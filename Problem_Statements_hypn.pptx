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autoCompressPictures="0" saveSubsetFonts="1">
  <p:sldMasterIdLst>
    <p:sldMasterId id="2147483648" r:id="rId1"/>
  </p:sldMasterIdLst>
  <p:notesMasterIdLst>
    <p:notesMasterId r:id="rId2"/>
  </p:notesMasterIdLst>
  <p:sldIdLst>
    <p:sldId id="256" r:id="rId3"/>
    <p:sldId id="257" r:id="rId4"/>
    <p:sldId id="258" r:id="rId5"/>
    <p:sldId id="259" r:id="rId6"/>
    <p:sldId id="260" r:id="rId7"/>
    <p:sldId id="261" r:id="rId8"/>
    <p:sldId id="262" r:id="rId9"/>
    <p:sldId id="263" r:id="rId10"/>
    <p:sldId id="264" r:id="rId11"/>
    <p:sldId id="265"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Lst>
  <p:sldSz type="screen16x9" cy="6858000" cx="12192000"/>
  <p:notesSz cx="6858000" cy="12192000"/>
  <p:defaultTextStyle>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p:normalViewPr horzBarState="maximized">
    <p:restoredLeft sz="15611"/>
    <p:restoredTop sz="94610"/>
  </p:normalViewPr>
  <p:slideViewPr>
    <p:cSldViewPr snapToGrid="0" snapToObjects="1">
      <p:cViewPr varScale="1">
        <p:scale>
          <a:sx n="136" d="100"/>
          <a:sy n="136" d="100"/>
        </p:scale>
        <p:origin x="216" y="312"/>
      </p:cViewPr>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tableStyles" Target="tableStyles.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99" name=""/>
        <p:cNvGrpSpPr/>
        <p:nvPr/>
      </p:nvGrpSpPr>
      <p:grpSpPr>
        <a:xfrm>
          <a:off x="0" y="0"/>
          <a:ext cx="0" cy="0"/>
          <a:chOff x="0" y="0"/>
          <a:chExt cx="0" cy="0"/>
        </a:xfrm>
      </p:grpSpPr>
      <p:sp>
        <p:nvSpPr>
          <p:cNvPr id="1048755" name="Header Placeholder 1"/>
          <p:cNvSpPr>
            <a:spLocks noGrp="1"/>
          </p:cNvSpPr>
          <p:nvPr>
            <p:ph type="hdr" sz="quarter"/>
          </p:nvPr>
        </p:nvSpPr>
        <p:spPr>
          <a:xfrm>
            <a:off x="0" y="0"/>
            <a:ext cx="2971800" cy="458788"/>
          </a:xfrm>
          <a:prstGeom prst="rect"/>
        </p:spPr>
        <p:txBody>
          <a:bodyPr bIns="45720" lIns="91440" rIns="91440" rtlCol="0" tIns="45720" vert="horz"/>
          <a:lstStyle>
            <a:lvl1pPr algn="l">
              <a:defRPr sz="1200"/>
            </a:lvl1pPr>
          </a:lstStyle>
          <a:p>
            <a:endParaRPr lang="en-US"/>
          </a:p>
        </p:txBody>
      </p:sp>
      <p:sp>
        <p:nvSpPr>
          <p:cNvPr id="1048756" name="Date Placeholder 2"/>
          <p:cNvSpPr>
            <a:spLocks noGrp="1"/>
          </p:cNvSpPr>
          <p:nvPr>
            <p:ph type="dt" idx="1"/>
          </p:nvPr>
        </p:nvSpPr>
        <p:spPr>
          <a:xfrm>
            <a:off x="3884613" y="0"/>
            <a:ext cx="2971800" cy="458788"/>
          </a:xfrm>
          <a:prstGeom prst="rect"/>
        </p:spPr>
        <p:txBody>
          <a:bodyPr bIns="45720" lIns="91440" rIns="91440" rtlCol="0" tIns="45720" vert="horz"/>
          <a:lstStyle>
            <a:lvl1pPr algn="r">
              <a:defRPr sz="1200"/>
            </a:lvl1pPr>
          </a:lstStyle>
          <a:p>
            <a:fld id="{5282F153-3F37-0F45-9E97-73ACFA13230C}" type="datetimeFigureOut">
              <a:rPr lang="en-US"/>
              <a:t>7/23/19</a:t>
            </a:fld>
            <a:endParaRPr lang="en-US"/>
          </a:p>
        </p:txBody>
      </p:sp>
      <p:sp>
        <p:nvSpPr>
          <p:cNvPr id="1048757" name="Slide Image Placeholder 3"/>
          <p:cNvSpPr>
            <a:spLocks noChangeAspect="1" noRot="1" noGrp="1"/>
          </p:cNvSpPr>
          <p:nvPr>
            <p:ph type="sldImg" idx="2"/>
          </p:nvPr>
        </p:nvSpPr>
        <p:spPr>
          <a:xfrm>
            <a:off x="685800" y="1143000"/>
            <a:ext cx="5486400" cy="3086100"/>
          </a:xfrm>
          <a:prstGeom prst="rect"/>
          <a:noFill/>
          <a:ln w="12700">
            <a:solidFill>
              <a:prstClr val="black"/>
            </a:solidFill>
          </a:ln>
        </p:spPr>
        <p:txBody>
          <a:bodyPr anchor="ctr" bIns="45720" lIns="91440" rIns="91440" rtlCol="0" tIns="45720" vert="horz"/>
          <a:p>
            <a:endParaRPr lang="en-US"/>
          </a:p>
        </p:txBody>
      </p:sp>
      <p:sp>
        <p:nvSpPr>
          <p:cNvPr id="1048758" name="Notes Placeholder 4"/>
          <p:cNvSpPr>
            <a:spLocks noGrp="1"/>
          </p:cNvSpPr>
          <p:nvPr>
            <p:ph type="body" sz="quarter" idx="3"/>
          </p:nvPr>
        </p:nvSpPr>
        <p:spPr>
          <a:xfrm>
            <a:off x="685800" y="4400550"/>
            <a:ext cx="5486400" cy="3600450"/>
          </a:xfrm>
          <a:prstGeom prst="rect"/>
        </p:spPr>
        <p:txBody>
          <a:bodyPr bIns="45720" lIns="91440" rIns="91440" rtlCol="0" tIns="45720" vert="horz"/>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59" name="Footer Placeholder 5"/>
          <p:cNvSpPr>
            <a:spLocks noGrp="1"/>
          </p:cNvSpPr>
          <p:nvPr>
            <p:ph type="ftr" sz="quarter" idx="4"/>
          </p:nvPr>
        </p:nvSpPr>
        <p:spPr>
          <a:xfrm>
            <a:off x="0" y="8685213"/>
            <a:ext cx="2971800" cy="458787"/>
          </a:xfrm>
          <a:prstGeom prst="rect"/>
        </p:spPr>
        <p:txBody>
          <a:bodyPr anchor="b" bIns="45720" lIns="91440" rIns="91440" rtlCol="0" tIns="45720" vert="horz"/>
          <a:lstStyle>
            <a:lvl1pPr algn="l">
              <a:defRPr sz="1200"/>
            </a:lvl1pPr>
          </a:lstStyle>
          <a:p>
            <a:endParaRPr lang="en-US"/>
          </a:p>
        </p:txBody>
      </p:sp>
      <p:sp>
        <p:nvSpPr>
          <p:cNvPr id="1048760" name="Slide Number Placeholder 6"/>
          <p:cNvSpPr>
            <a:spLocks noGrp="1"/>
          </p:cNvSpPr>
          <p:nvPr>
            <p:ph type="sldNum" sz="quarter" idx="5"/>
          </p:nvPr>
        </p:nvSpPr>
        <p:spPr>
          <a:xfrm>
            <a:off x="3884613" y="8685213"/>
            <a:ext cx="2971800" cy="458787"/>
          </a:xfrm>
          <a:prstGeom prst="rect"/>
        </p:spPr>
        <p:txBody>
          <a:bodyPr anchor="b" bIns="45720" lIns="91440" rIns="91440" rtlCol="0" tIns="45720" vert="horz"/>
          <a:lstStyle>
            <a:lvl1pPr algn="r">
              <a:defRPr sz="1200"/>
            </a:lvl1pPr>
          </a:lstStyle>
          <a:p>
            <a:fld id="{CE5E9CC1-C706-0F49-92D6-E571CC5EEA8F}" type="slidenum">
              <a:rPr lang="en-US"/>
              <a:t>‹#›</a:t>
            </a:fld>
            <a:endParaRPr lang="en-US"/>
          </a:p>
        </p:txBody>
      </p:sp>
    </p:spTree>
  </p:cSld>
  <p:clrMap accent1="accent1" accent2="accent2" accent3="accent3" accent4="accent4" accent5="accent5" accent6="accent6" bg1="lt1" bg2="lt2" tx1="dk1" tx2="dk2" hlink="hlink" folHlink="folHlink"/>
  <p:notesStyle>
    <a:lvl1pPr algn="l" defTabSz="914400" eaLnBrk="1" hangingPunct="1" latinLnBrk="0" marL="0" rtl="0">
      <a:defRPr sz="1200" kern="1200">
        <a:solidFill>
          <a:schemeClr val="tx1"/>
        </a:solidFill>
        <a:latin typeface="+mn-lt"/>
        <a:ea typeface="+mn-ea"/>
        <a:cs typeface="+mn-cs"/>
      </a:defRPr>
    </a:lvl1pPr>
    <a:lvl2pPr algn="l" defTabSz="914400" eaLnBrk="1" hangingPunct="1" latinLnBrk="0" marL="457200" rtl="0">
      <a:defRPr sz="1200" kern="1200">
        <a:solidFill>
          <a:schemeClr val="tx1"/>
        </a:solidFill>
        <a:latin typeface="+mn-lt"/>
        <a:ea typeface="+mn-ea"/>
        <a:cs typeface="+mn-cs"/>
      </a:defRPr>
    </a:lvl2pPr>
    <a:lvl3pPr algn="l" defTabSz="914400" eaLnBrk="1" hangingPunct="1" latinLnBrk="0" marL="914400" rtl="0">
      <a:defRPr sz="1200" kern="1200">
        <a:solidFill>
          <a:schemeClr val="tx1"/>
        </a:solidFill>
        <a:latin typeface="+mn-lt"/>
        <a:ea typeface="+mn-ea"/>
        <a:cs typeface="+mn-cs"/>
      </a:defRPr>
    </a:lvl3pPr>
    <a:lvl4pPr algn="l" defTabSz="914400" eaLnBrk="1" hangingPunct="1" latinLnBrk="0" marL="1371600" rtl="0">
      <a:defRPr sz="1200" kern="1200">
        <a:solidFill>
          <a:schemeClr val="tx1"/>
        </a:solidFill>
        <a:latin typeface="+mn-lt"/>
        <a:ea typeface="+mn-ea"/>
        <a:cs typeface="+mn-cs"/>
      </a:defRPr>
    </a:lvl4pPr>
    <a:lvl5pPr algn="l" defTabSz="914400" eaLnBrk="1" hangingPunct="1" latinLnBrk="0" marL="1828800" rtl="0">
      <a:defRPr sz="1200" kern="1200">
        <a:solidFill>
          <a:schemeClr val="tx1"/>
        </a:solidFill>
        <a:latin typeface="+mn-lt"/>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20" name=""/>
        <p:cNvGrpSpPr/>
        <p:nvPr/>
      </p:nvGrpSpPr>
      <p:grpSpPr>
        <a:xfrm>
          <a:off x="0" y="0"/>
          <a:ext cx="0" cy="0"/>
          <a:chOff x="0" y="0"/>
          <a:chExt cx="0" cy="0"/>
        </a:xfrm>
      </p:grpSpPr>
      <p:sp>
        <p:nvSpPr>
          <p:cNvPr id="1048579" name="Slide Image Placeholder 1"/>
          <p:cNvSpPr>
            <a:spLocks noChangeAspect="1" noRot="1" noGrp="1"/>
          </p:cNvSpPr>
          <p:nvPr>
            <p:ph type="sldImg"/>
          </p:nvPr>
        </p:nvSpPr>
        <p:spPr/>
      </p:sp>
      <p:sp>
        <p:nvSpPr>
          <p:cNvPr id="1048580" name="Notes Placeholder 2"/>
          <p:cNvSpPr>
            <a:spLocks noGrp="1"/>
          </p:cNvSpPr>
          <p:nvPr>
            <p:ph type="body" idx="1"/>
          </p:nvPr>
        </p:nvSpPr>
        <p:spPr/>
        <p:txBody>
          <a:bodyPr/>
          <a:p>
            <a:r>
              <a:rPr dirty="0" lang="en-US"/>
              <a:t/>
            </a:r>
            <a:endParaRPr dirty="0" lang="en-US"/>
          </a:p>
        </p:txBody>
      </p:sp>
      <p:sp>
        <p:nvSpPr>
          <p:cNvPr id="1048581" name="Slide Number Placeholder 3"/>
          <p:cNvSpPr>
            <a:spLocks noGrp="1"/>
          </p:cNvSpPr>
          <p:nvPr>
            <p:ph type="sldNum" sz="quarter" idx="10"/>
          </p:nvPr>
        </p:nvSpPr>
        <p:spPr/>
        <p:txBody>
          <a:bodyPr/>
          <a:p>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36" name=""/>
        <p:cNvGrpSpPr/>
        <p:nvPr/>
      </p:nvGrpSpPr>
      <p:grpSpPr>
        <a:xfrm>
          <a:off x="0" y="0"/>
          <a:ext cx="0" cy="0"/>
          <a:chOff x="0" y="0"/>
          <a:chExt cx="0" cy="0"/>
        </a:xfrm>
      </p:grpSpPr>
      <p:sp>
        <p:nvSpPr>
          <p:cNvPr id="1048586" name="Slide Image Placeholder 1"/>
          <p:cNvSpPr>
            <a:spLocks noChangeAspect="1" noRot="1" noGrp="1"/>
          </p:cNvSpPr>
          <p:nvPr>
            <p:ph type="sldImg"/>
          </p:nvPr>
        </p:nvSpPr>
        <p:spPr/>
      </p:sp>
      <p:sp>
        <p:nvSpPr>
          <p:cNvPr id="1048587" name="Notes Placeholder 2"/>
          <p:cNvSpPr>
            <a:spLocks noGrp="1"/>
          </p:cNvSpPr>
          <p:nvPr>
            <p:ph type="body" idx="1"/>
          </p:nvPr>
        </p:nvSpPr>
        <p:spPr/>
        <p:txBody>
          <a:bodyPr/>
          <a:p>
            <a:r>
              <a:rPr dirty="0" lang="en-US"/>
              <a:t/>
            </a:r>
            <a:endParaRPr dirty="0" lang="en-US"/>
          </a:p>
        </p:txBody>
      </p:sp>
      <p:sp>
        <p:nvSpPr>
          <p:cNvPr id="1048588" name="Slide Number Placeholder 3"/>
          <p:cNvSpPr>
            <a:spLocks noGrp="1"/>
          </p:cNvSpPr>
          <p:nvPr>
            <p:ph type="sldNum" sz="quarter" idx="10"/>
          </p:nvPr>
        </p:nvSpPr>
        <p:spPr/>
        <p:txBody>
          <a:bodyPr/>
          <a:p>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40" name=""/>
        <p:cNvGrpSpPr/>
        <p:nvPr/>
      </p:nvGrpSpPr>
      <p:grpSpPr>
        <a:xfrm>
          <a:off x="0" y="0"/>
          <a:ext cx="0" cy="0"/>
          <a:chOff x="0" y="0"/>
          <a:chExt cx="0" cy="0"/>
        </a:xfrm>
      </p:grpSpPr>
      <p:sp>
        <p:nvSpPr>
          <p:cNvPr id="1048596" name="Slide Image Placeholder 1"/>
          <p:cNvSpPr>
            <a:spLocks noChangeAspect="1" noRot="1" noGrp="1"/>
          </p:cNvSpPr>
          <p:nvPr>
            <p:ph type="sldImg"/>
          </p:nvPr>
        </p:nvSpPr>
        <p:spPr/>
      </p:sp>
      <p:sp>
        <p:nvSpPr>
          <p:cNvPr id="1048597" name="Notes Placeholder 2"/>
          <p:cNvSpPr>
            <a:spLocks noGrp="1"/>
          </p:cNvSpPr>
          <p:nvPr>
            <p:ph type="body" idx="1"/>
          </p:nvPr>
        </p:nvSpPr>
        <p:spPr/>
        <p:txBody>
          <a:bodyPr/>
          <a:p>
            <a:r>
              <a:rPr dirty="0" lang="en-US"/>
              <a:t/>
            </a:r>
            <a:endParaRPr dirty="0" lang="en-US"/>
          </a:p>
        </p:txBody>
      </p:sp>
      <p:sp>
        <p:nvSpPr>
          <p:cNvPr id="1048598" name="Slide Number Placeholder 3"/>
          <p:cNvSpPr>
            <a:spLocks noGrp="1"/>
          </p:cNvSpPr>
          <p:nvPr>
            <p:ph type="sldNum" sz="quarter" idx="10"/>
          </p:nvPr>
        </p:nvSpPr>
        <p:spPr/>
        <p:txBody>
          <a:bodyPr/>
          <a:p>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43" name=""/>
        <p:cNvGrpSpPr/>
        <p:nvPr/>
      </p:nvGrpSpPr>
      <p:grpSpPr>
        <a:xfrm>
          <a:off x="0" y="0"/>
          <a:ext cx="0" cy="0"/>
          <a:chOff x="0" y="0"/>
          <a:chExt cx="0" cy="0"/>
        </a:xfrm>
      </p:grpSpPr>
      <p:sp>
        <p:nvSpPr>
          <p:cNvPr id="1048605" name="Slide Image Placeholder 1"/>
          <p:cNvSpPr>
            <a:spLocks noChangeAspect="1" noRot="1" noGrp="1"/>
          </p:cNvSpPr>
          <p:nvPr>
            <p:ph type="sldImg"/>
          </p:nvPr>
        </p:nvSpPr>
        <p:spPr/>
      </p:sp>
      <p:sp>
        <p:nvSpPr>
          <p:cNvPr id="1048606" name="Notes Placeholder 2"/>
          <p:cNvSpPr>
            <a:spLocks noGrp="1"/>
          </p:cNvSpPr>
          <p:nvPr>
            <p:ph type="body" idx="1"/>
          </p:nvPr>
        </p:nvSpPr>
        <p:spPr/>
        <p:txBody>
          <a:bodyPr/>
          <a:p>
            <a:r>
              <a:rPr dirty="0" lang="en-US"/>
              <a:t/>
            </a:r>
            <a:endParaRPr dirty="0" lang="en-US"/>
          </a:p>
        </p:txBody>
      </p:sp>
      <p:sp>
        <p:nvSpPr>
          <p:cNvPr id="1048607" name="Slide Number Placeholder 3"/>
          <p:cNvSpPr>
            <a:spLocks noGrp="1"/>
          </p:cNvSpPr>
          <p:nvPr>
            <p:ph type="sldNum" sz="quarter" idx="10"/>
          </p:nvPr>
        </p:nvSpPr>
        <p:spPr/>
        <p:txBody>
          <a:bodyPr/>
          <a:p>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46" name=""/>
        <p:cNvGrpSpPr/>
        <p:nvPr/>
      </p:nvGrpSpPr>
      <p:grpSpPr>
        <a:xfrm>
          <a:off x="0" y="0"/>
          <a:ext cx="0" cy="0"/>
          <a:chOff x="0" y="0"/>
          <a:chExt cx="0" cy="0"/>
        </a:xfrm>
      </p:grpSpPr>
      <p:sp>
        <p:nvSpPr>
          <p:cNvPr id="1048614" name="Slide Image Placeholder 1"/>
          <p:cNvSpPr>
            <a:spLocks noChangeAspect="1" noRot="1" noGrp="1"/>
          </p:cNvSpPr>
          <p:nvPr>
            <p:ph type="sldImg"/>
          </p:nvPr>
        </p:nvSpPr>
        <p:spPr/>
      </p:sp>
      <p:sp>
        <p:nvSpPr>
          <p:cNvPr id="1048615" name="Notes Placeholder 2"/>
          <p:cNvSpPr>
            <a:spLocks noGrp="1"/>
          </p:cNvSpPr>
          <p:nvPr>
            <p:ph type="body" idx="1"/>
          </p:nvPr>
        </p:nvSpPr>
        <p:spPr/>
        <p:txBody>
          <a:bodyPr/>
          <a:p>
            <a:r>
              <a:rPr dirty="0" lang="en-US"/>
              <a:t/>
            </a:r>
            <a:endParaRPr dirty="0" lang="en-US"/>
          </a:p>
        </p:txBody>
      </p:sp>
      <p:sp>
        <p:nvSpPr>
          <p:cNvPr id="1048616" name="Slide Number Placeholder 3"/>
          <p:cNvSpPr>
            <a:spLocks noGrp="1"/>
          </p:cNvSpPr>
          <p:nvPr>
            <p:ph type="sldNum" sz="quarter" idx="10"/>
          </p:nvPr>
        </p:nvSpPr>
        <p:spPr/>
        <p:txBody>
          <a:bodyPr/>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49" name=""/>
        <p:cNvGrpSpPr/>
        <p:nvPr/>
      </p:nvGrpSpPr>
      <p:grpSpPr>
        <a:xfrm>
          <a:off x="0" y="0"/>
          <a:ext cx="0" cy="0"/>
          <a:chOff x="0" y="0"/>
          <a:chExt cx="0" cy="0"/>
        </a:xfrm>
      </p:grpSpPr>
      <p:sp>
        <p:nvSpPr>
          <p:cNvPr id="1048623" name="Slide Image Placeholder 1"/>
          <p:cNvSpPr>
            <a:spLocks noChangeAspect="1" noRot="1" noGrp="1"/>
          </p:cNvSpPr>
          <p:nvPr>
            <p:ph type="sldImg"/>
          </p:nvPr>
        </p:nvSpPr>
        <p:spPr/>
      </p:sp>
      <p:sp>
        <p:nvSpPr>
          <p:cNvPr id="1048624" name="Notes Placeholder 2"/>
          <p:cNvSpPr>
            <a:spLocks noGrp="1"/>
          </p:cNvSpPr>
          <p:nvPr>
            <p:ph type="body" idx="1"/>
          </p:nvPr>
        </p:nvSpPr>
        <p:spPr/>
        <p:txBody>
          <a:bodyPr/>
          <a:p>
            <a:r>
              <a:rPr dirty="0" lang="en-US"/>
              <a:t/>
            </a:r>
            <a:endParaRPr dirty="0" lang="en-US"/>
          </a:p>
        </p:txBody>
      </p:sp>
      <p:sp>
        <p:nvSpPr>
          <p:cNvPr id="1048625" name="Slide Number Placeholder 3"/>
          <p:cNvSpPr>
            <a:spLocks noGrp="1"/>
          </p:cNvSpPr>
          <p:nvPr>
            <p:ph type="sldNum" sz="quarter" idx="10"/>
          </p:nvPr>
        </p:nvSpPr>
        <p:spPr/>
        <p:txBody>
          <a:bodyPr/>
          <a:p>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52" name=""/>
        <p:cNvGrpSpPr/>
        <p:nvPr/>
      </p:nvGrpSpPr>
      <p:grpSpPr>
        <a:xfrm>
          <a:off x="0" y="0"/>
          <a:ext cx="0" cy="0"/>
          <a:chOff x="0" y="0"/>
          <a:chExt cx="0" cy="0"/>
        </a:xfrm>
      </p:grpSpPr>
      <p:sp>
        <p:nvSpPr>
          <p:cNvPr id="1048629" name="Slide Image Placeholder 1"/>
          <p:cNvSpPr>
            <a:spLocks noChangeAspect="1" noRot="1" noGrp="1"/>
          </p:cNvSpPr>
          <p:nvPr>
            <p:ph type="sldImg"/>
          </p:nvPr>
        </p:nvSpPr>
        <p:spPr/>
      </p:sp>
      <p:sp>
        <p:nvSpPr>
          <p:cNvPr id="1048630" name="Notes Placeholder 2"/>
          <p:cNvSpPr>
            <a:spLocks noGrp="1"/>
          </p:cNvSpPr>
          <p:nvPr>
            <p:ph type="body" idx="1"/>
          </p:nvPr>
        </p:nvSpPr>
        <p:spPr/>
        <p:txBody>
          <a:bodyPr/>
          <a:p>
            <a:r>
              <a:rPr dirty="0" lang="en-US"/>
              <a:t/>
            </a:r>
            <a:endParaRPr dirty="0" lang="en-US"/>
          </a:p>
        </p:txBody>
      </p:sp>
      <p:sp>
        <p:nvSpPr>
          <p:cNvPr id="1048631" name="Slide Number Placeholder 3"/>
          <p:cNvSpPr>
            <a:spLocks noGrp="1"/>
          </p:cNvSpPr>
          <p:nvPr>
            <p:ph type="sldNum" sz="quarter" idx="10"/>
          </p:nvPr>
        </p:nvSpPr>
        <p:spPr/>
        <p:txBody>
          <a:bodyPr/>
          <a:p>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55" name=""/>
        <p:cNvGrpSpPr/>
        <p:nvPr/>
      </p:nvGrpSpPr>
      <p:grpSpPr>
        <a:xfrm>
          <a:off x="0" y="0"/>
          <a:ext cx="0" cy="0"/>
          <a:chOff x="0" y="0"/>
          <a:chExt cx="0" cy="0"/>
        </a:xfrm>
      </p:grpSpPr>
      <p:sp>
        <p:nvSpPr>
          <p:cNvPr id="1048638" name="Slide Image Placeholder 1"/>
          <p:cNvSpPr>
            <a:spLocks noChangeAspect="1" noRot="1" noGrp="1"/>
          </p:cNvSpPr>
          <p:nvPr>
            <p:ph type="sldImg"/>
          </p:nvPr>
        </p:nvSpPr>
        <p:spPr/>
      </p:sp>
      <p:sp>
        <p:nvSpPr>
          <p:cNvPr id="1048639" name="Notes Placeholder 2"/>
          <p:cNvSpPr>
            <a:spLocks noGrp="1"/>
          </p:cNvSpPr>
          <p:nvPr>
            <p:ph type="body" idx="1"/>
          </p:nvPr>
        </p:nvSpPr>
        <p:spPr/>
        <p:txBody>
          <a:bodyPr/>
          <a:p>
            <a:r>
              <a:rPr dirty="0" lang="en-US"/>
              <a:t/>
            </a:r>
            <a:endParaRPr dirty="0" lang="en-US"/>
          </a:p>
        </p:txBody>
      </p:sp>
      <p:sp>
        <p:nvSpPr>
          <p:cNvPr id="1048640" name="Slide Number Placeholder 3"/>
          <p:cNvSpPr>
            <a:spLocks noGrp="1"/>
          </p:cNvSpPr>
          <p:nvPr>
            <p:ph type="sldNum" sz="quarter" idx="10"/>
          </p:nvPr>
        </p:nvSpPr>
        <p:spPr/>
        <p:txBody>
          <a:bodyPr/>
          <a:p>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58" name=""/>
        <p:cNvGrpSpPr/>
        <p:nvPr/>
      </p:nvGrpSpPr>
      <p:grpSpPr>
        <a:xfrm>
          <a:off x="0" y="0"/>
          <a:ext cx="0" cy="0"/>
          <a:chOff x="0" y="0"/>
          <a:chExt cx="0" cy="0"/>
        </a:xfrm>
      </p:grpSpPr>
      <p:sp>
        <p:nvSpPr>
          <p:cNvPr id="1048647" name="Slide Image Placeholder 1"/>
          <p:cNvSpPr>
            <a:spLocks noChangeAspect="1" noRot="1" noGrp="1"/>
          </p:cNvSpPr>
          <p:nvPr>
            <p:ph type="sldImg"/>
          </p:nvPr>
        </p:nvSpPr>
        <p:spPr/>
      </p:sp>
      <p:sp>
        <p:nvSpPr>
          <p:cNvPr id="1048648" name="Notes Placeholder 2"/>
          <p:cNvSpPr>
            <a:spLocks noGrp="1"/>
          </p:cNvSpPr>
          <p:nvPr>
            <p:ph type="body" idx="1"/>
          </p:nvPr>
        </p:nvSpPr>
        <p:spPr/>
        <p:txBody>
          <a:bodyPr/>
          <a:p>
            <a:r>
              <a:rPr dirty="0" lang="en-US"/>
              <a:t/>
            </a:r>
            <a:endParaRPr dirty="0" lang="en-US"/>
          </a:p>
        </p:txBody>
      </p:sp>
      <p:sp>
        <p:nvSpPr>
          <p:cNvPr id="1048649" name="Slide Number Placeholder 3"/>
          <p:cNvSpPr>
            <a:spLocks noGrp="1"/>
          </p:cNvSpPr>
          <p:nvPr>
            <p:ph type="sldNum" sz="quarter" idx="10"/>
          </p:nvPr>
        </p:nvSpPr>
        <p:spPr/>
        <p:txBody>
          <a:bodyPr/>
          <a:p>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61" name=""/>
        <p:cNvGrpSpPr/>
        <p:nvPr/>
      </p:nvGrpSpPr>
      <p:grpSpPr>
        <a:xfrm>
          <a:off x="0" y="0"/>
          <a:ext cx="0" cy="0"/>
          <a:chOff x="0" y="0"/>
          <a:chExt cx="0" cy="0"/>
        </a:xfrm>
      </p:grpSpPr>
      <p:sp>
        <p:nvSpPr>
          <p:cNvPr id="1048653" name="Slide Image Placeholder 1"/>
          <p:cNvSpPr>
            <a:spLocks noChangeAspect="1" noRot="1" noGrp="1"/>
          </p:cNvSpPr>
          <p:nvPr>
            <p:ph type="sldImg"/>
          </p:nvPr>
        </p:nvSpPr>
        <p:spPr/>
      </p:sp>
      <p:sp>
        <p:nvSpPr>
          <p:cNvPr id="1048654" name="Notes Placeholder 2"/>
          <p:cNvSpPr>
            <a:spLocks noGrp="1"/>
          </p:cNvSpPr>
          <p:nvPr>
            <p:ph type="body" idx="1"/>
          </p:nvPr>
        </p:nvSpPr>
        <p:spPr/>
        <p:txBody>
          <a:bodyPr/>
          <a:p>
            <a:r>
              <a:rPr dirty="0" lang="en-US"/>
              <a:t/>
            </a:r>
            <a:endParaRPr dirty="0" lang="en-US"/>
          </a:p>
        </p:txBody>
      </p:sp>
      <p:sp>
        <p:nvSpPr>
          <p:cNvPr id="1048655" name="Slide Number Placeholder 3"/>
          <p:cNvSpPr>
            <a:spLocks noGrp="1"/>
          </p:cNvSpPr>
          <p:nvPr>
            <p:ph type="sldNum" sz="quarter" idx="10"/>
          </p:nvPr>
        </p:nvSpPr>
        <p:spPr/>
        <p:txBody>
          <a:bodyPr/>
          <a:p>
            <a:fld id="{F7021451-1387-4CA6-816F-3879F97B5CBC}"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64" name=""/>
        <p:cNvGrpSpPr/>
        <p:nvPr/>
      </p:nvGrpSpPr>
      <p:grpSpPr>
        <a:xfrm>
          <a:off x="0" y="0"/>
          <a:ext cx="0" cy="0"/>
          <a:chOff x="0" y="0"/>
          <a:chExt cx="0" cy="0"/>
        </a:xfrm>
      </p:grpSpPr>
      <p:sp>
        <p:nvSpPr>
          <p:cNvPr id="1048662" name="Slide Image Placeholder 1"/>
          <p:cNvSpPr>
            <a:spLocks noChangeAspect="1" noRot="1" noGrp="1"/>
          </p:cNvSpPr>
          <p:nvPr>
            <p:ph type="sldImg"/>
          </p:nvPr>
        </p:nvSpPr>
        <p:spPr/>
      </p:sp>
      <p:sp>
        <p:nvSpPr>
          <p:cNvPr id="1048663" name="Notes Placeholder 2"/>
          <p:cNvSpPr>
            <a:spLocks noGrp="1"/>
          </p:cNvSpPr>
          <p:nvPr>
            <p:ph type="body" idx="1"/>
          </p:nvPr>
        </p:nvSpPr>
        <p:spPr/>
        <p:txBody>
          <a:bodyPr/>
          <a:p>
            <a:r>
              <a:rPr dirty="0" lang="en-US"/>
              <a:t/>
            </a:r>
            <a:endParaRPr dirty="0" lang="en-US"/>
          </a:p>
        </p:txBody>
      </p:sp>
      <p:sp>
        <p:nvSpPr>
          <p:cNvPr id="1048664" name="Slide Number Placeholder 3"/>
          <p:cNvSpPr>
            <a:spLocks noGrp="1"/>
          </p:cNvSpPr>
          <p:nvPr>
            <p:ph type="sldNum" sz="quarter" idx="10"/>
          </p:nvPr>
        </p:nvSpPr>
        <p:spPr/>
        <p:txBody>
          <a:bodyPr/>
          <a:p>
            <a:fld id="{F7021451-1387-4CA6-816F-3879F97B5CBC}" type="slidenum">
              <a:rPr lang="en-US"/>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67" name=""/>
        <p:cNvGrpSpPr/>
        <p:nvPr/>
      </p:nvGrpSpPr>
      <p:grpSpPr>
        <a:xfrm>
          <a:off x="0" y="0"/>
          <a:ext cx="0" cy="0"/>
          <a:chOff x="0" y="0"/>
          <a:chExt cx="0" cy="0"/>
        </a:xfrm>
      </p:grpSpPr>
      <p:sp>
        <p:nvSpPr>
          <p:cNvPr id="1048671" name="Slide Image Placeholder 1"/>
          <p:cNvSpPr>
            <a:spLocks noChangeAspect="1" noRot="1" noGrp="1"/>
          </p:cNvSpPr>
          <p:nvPr>
            <p:ph type="sldImg"/>
          </p:nvPr>
        </p:nvSpPr>
        <p:spPr/>
      </p:sp>
      <p:sp>
        <p:nvSpPr>
          <p:cNvPr id="1048672" name="Notes Placeholder 2"/>
          <p:cNvSpPr>
            <a:spLocks noGrp="1"/>
          </p:cNvSpPr>
          <p:nvPr>
            <p:ph type="body" idx="1"/>
          </p:nvPr>
        </p:nvSpPr>
        <p:spPr/>
        <p:txBody>
          <a:bodyPr/>
          <a:p>
            <a:r>
              <a:rPr dirty="0" lang="en-US"/>
              <a:t/>
            </a:r>
            <a:endParaRPr dirty="0" lang="en-US"/>
          </a:p>
        </p:txBody>
      </p:sp>
      <p:sp>
        <p:nvSpPr>
          <p:cNvPr id="1048673" name="Slide Number Placeholder 3"/>
          <p:cNvSpPr>
            <a:spLocks noGrp="1"/>
          </p:cNvSpPr>
          <p:nvPr>
            <p:ph type="sldNum" sz="quarter" idx="10"/>
          </p:nvPr>
        </p:nvSpPr>
        <p:spPr/>
        <p:txBody>
          <a:bodyPr/>
          <a:p>
            <a:fld id="{F7021451-1387-4CA6-816F-3879F97B5CBC}" type="slidenum">
              <a:rPr lang="en-US"/>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70" name=""/>
        <p:cNvGrpSpPr/>
        <p:nvPr/>
      </p:nvGrpSpPr>
      <p:grpSpPr>
        <a:xfrm>
          <a:off x="0" y="0"/>
          <a:ext cx="0" cy="0"/>
          <a:chOff x="0" y="0"/>
          <a:chExt cx="0" cy="0"/>
        </a:xfrm>
      </p:grpSpPr>
      <p:sp>
        <p:nvSpPr>
          <p:cNvPr id="1048680" name="Slide Image Placeholder 1"/>
          <p:cNvSpPr>
            <a:spLocks noChangeAspect="1" noRot="1" noGrp="1"/>
          </p:cNvSpPr>
          <p:nvPr>
            <p:ph type="sldImg"/>
          </p:nvPr>
        </p:nvSpPr>
        <p:spPr/>
      </p:sp>
      <p:sp>
        <p:nvSpPr>
          <p:cNvPr id="1048681" name="Notes Placeholder 2"/>
          <p:cNvSpPr>
            <a:spLocks noGrp="1"/>
          </p:cNvSpPr>
          <p:nvPr>
            <p:ph type="body" idx="1"/>
          </p:nvPr>
        </p:nvSpPr>
        <p:spPr/>
        <p:txBody>
          <a:bodyPr/>
          <a:p>
            <a:r>
              <a:rPr dirty="0" lang="en-US"/>
              <a:t/>
            </a:r>
            <a:endParaRPr dirty="0" lang="en-US"/>
          </a:p>
        </p:txBody>
      </p:sp>
      <p:sp>
        <p:nvSpPr>
          <p:cNvPr id="1048682" name="Slide Number Placeholder 3"/>
          <p:cNvSpPr>
            <a:spLocks noGrp="1"/>
          </p:cNvSpPr>
          <p:nvPr>
            <p:ph type="sldNum" sz="quarter" idx="10"/>
          </p:nvPr>
        </p:nvSpPr>
        <p:spPr/>
        <p:txBody>
          <a:bodyPr/>
          <a:p>
            <a:fld id="{F7021451-1387-4CA6-816F-3879F97B5CBC}" type="slidenum">
              <a:rPr lang="en-US"/>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73" name=""/>
        <p:cNvGrpSpPr/>
        <p:nvPr/>
      </p:nvGrpSpPr>
      <p:grpSpPr>
        <a:xfrm>
          <a:off x="0" y="0"/>
          <a:ext cx="0" cy="0"/>
          <a:chOff x="0" y="0"/>
          <a:chExt cx="0" cy="0"/>
        </a:xfrm>
      </p:grpSpPr>
      <p:sp>
        <p:nvSpPr>
          <p:cNvPr id="1048689" name="Slide Image Placeholder 1"/>
          <p:cNvSpPr>
            <a:spLocks noChangeAspect="1" noRot="1" noGrp="1"/>
          </p:cNvSpPr>
          <p:nvPr>
            <p:ph type="sldImg"/>
          </p:nvPr>
        </p:nvSpPr>
        <p:spPr/>
      </p:sp>
      <p:sp>
        <p:nvSpPr>
          <p:cNvPr id="1048690" name="Notes Placeholder 2"/>
          <p:cNvSpPr>
            <a:spLocks noGrp="1"/>
          </p:cNvSpPr>
          <p:nvPr>
            <p:ph type="body" idx="1"/>
          </p:nvPr>
        </p:nvSpPr>
        <p:spPr/>
        <p:txBody>
          <a:bodyPr/>
          <a:p>
            <a:r>
              <a:rPr dirty="0" lang="en-US"/>
              <a:t/>
            </a:r>
            <a:endParaRPr dirty="0" lang="en-US"/>
          </a:p>
        </p:txBody>
      </p:sp>
      <p:sp>
        <p:nvSpPr>
          <p:cNvPr id="1048691" name="Slide Number Placeholder 3"/>
          <p:cNvSpPr>
            <a:spLocks noGrp="1"/>
          </p:cNvSpPr>
          <p:nvPr>
            <p:ph type="sldNum" sz="quarter" idx="10"/>
          </p:nvPr>
        </p:nvSpPr>
        <p:spPr/>
        <p:txBody>
          <a:bodyPr/>
          <a:p>
            <a:fld id="{F7021451-1387-4CA6-816F-3879F97B5CBC}" type="slidenum">
              <a:rPr lang="en-US"/>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76" name=""/>
        <p:cNvGrpSpPr/>
        <p:nvPr/>
      </p:nvGrpSpPr>
      <p:grpSpPr>
        <a:xfrm>
          <a:off x="0" y="0"/>
          <a:ext cx="0" cy="0"/>
          <a:chOff x="0" y="0"/>
          <a:chExt cx="0" cy="0"/>
        </a:xfrm>
      </p:grpSpPr>
      <p:sp>
        <p:nvSpPr>
          <p:cNvPr id="1048695" name="Slide Image Placeholder 1"/>
          <p:cNvSpPr>
            <a:spLocks noChangeAspect="1" noRot="1" noGrp="1"/>
          </p:cNvSpPr>
          <p:nvPr>
            <p:ph type="sldImg"/>
          </p:nvPr>
        </p:nvSpPr>
        <p:spPr/>
      </p:sp>
      <p:sp>
        <p:nvSpPr>
          <p:cNvPr id="1048696" name="Notes Placeholder 2"/>
          <p:cNvSpPr>
            <a:spLocks noGrp="1"/>
          </p:cNvSpPr>
          <p:nvPr>
            <p:ph type="body" idx="1"/>
          </p:nvPr>
        </p:nvSpPr>
        <p:spPr/>
        <p:txBody>
          <a:bodyPr/>
          <a:p>
            <a:r>
              <a:rPr dirty="0" lang="en-US"/>
              <a:t/>
            </a:r>
            <a:endParaRPr dirty="0" lang="en-US"/>
          </a:p>
        </p:txBody>
      </p:sp>
      <p:sp>
        <p:nvSpPr>
          <p:cNvPr id="1048697" name="Slide Number Placeholder 3"/>
          <p:cNvSpPr>
            <a:spLocks noGrp="1"/>
          </p:cNvSpPr>
          <p:nvPr>
            <p:ph type="sldNum" sz="quarter" idx="10"/>
          </p:nvPr>
        </p:nvSpPr>
        <p:spPr/>
        <p:txBody>
          <a:bodyPr/>
          <a:p>
            <a:fld id="{F7021451-1387-4CA6-816F-3879F97B5CBC}" type="slidenum">
              <a:rPr lang="en-US"/>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79" name=""/>
        <p:cNvGrpSpPr/>
        <p:nvPr/>
      </p:nvGrpSpPr>
      <p:grpSpPr>
        <a:xfrm>
          <a:off x="0" y="0"/>
          <a:ext cx="0" cy="0"/>
          <a:chOff x="0" y="0"/>
          <a:chExt cx="0" cy="0"/>
        </a:xfrm>
      </p:grpSpPr>
      <p:sp>
        <p:nvSpPr>
          <p:cNvPr id="1048704" name="Slide Image Placeholder 1"/>
          <p:cNvSpPr>
            <a:spLocks noChangeAspect="1" noRot="1" noGrp="1"/>
          </p:cNvSpPr>
          <p:nvPr>
            <p:ph type="sldImg"/>
          </p:nvPr>
        </p:nvSpPr>
        <p:spPr/>
      </p:sp>
      <p:sp>
        <p:nvSpPr>
          <p:cNvPr id="1048705" name="Notes Placeholder 2"/>
          <p:cNvSpPr>
            <a:spLocks noGrp="1"/>
          </p:cNvSpPr>
          <p:nvPr>
            <p:ph type="body" idx="1"/>
          </p:nvPr>
        </p:nvSpPr>
        <p:spPr/>
        <p:txBody>
          <a:bodyPr/>
          <a:p>
            <a:r>
              <a:rPr dirty="0" lang="en-US"/>
              <a:t/>
            </a:r>
            <a:endParaRPr dirty="0" lang="en-US"/>
          </a:p>
        </p:txBody>
      </p:sp>
      <p:sp>
        <p:nvSpPr>
          <p:cNvPr id="1048706" name="Slide Number Placeholder 3"/>
          <p:cNvSpPr>
            <a:spLocks noGrp="1"/>
          </p:cNvSpPr>
          <p:nvPr>
            <p:ph type="sldNum" sz="quarter" idx="10"/>
          </p:nvPr>
        </p:nvSpPr>
        <p:spPr/>
        <p:txBody>
          <a:bodyPr/>
          <a:p>
            <a:fld id="{F7021451-1387-4CA6-816F-3879F97B5CBC}" type="slidenum">
              <a:rPr lang="en-US"/>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82" name=""/>
        <p:cNvGrpSpPr/>
        <p:nvPr/>
      </p:nvGrpSpPr>
      <p:grpSpPr>
        <a:xfrm>
          <a:off x="0" y="0"/>
          <a:ext cx="0" cy="0"/>
          <a:chOff x="0" y="0"/>
          <a:chExt cx="0" cy="0"/>
        </a:xfrm>
      </p:grpSpPr>
      <p:sp>
        <p:nvSpPr>
          <p:cNvPr id="1048713" name="Slide Image Placeholder 1"/>
          <p:cNvSpPr>
            <a:spLocks noChangeAspect="1" noRot="1" noGrp="1"/>
          </p:cNvSpPr>
          <p:nvPr>
            <p:ph type="sldImg"/>
          </p:nvPr>
        </p:nvSpPr>
        <p:spPr/>
      </p:sp>
      <p:sp>
        <p:nvSpPr>
          <p:cNvPr id="1048714" name="Notes Placeholder 2"/>
          <p:cNvSpPr>
            <a:spLocks noGrp="1"/>
          </p:cNvSpPr>
          <p:nvPr>
            <p:ph type="body" idx="1"/>
          </p:nvPr>
        </p:nvSpPr>
        <p:spPr/>
        <p:txBody>
          <a:bodyPr/>
          <a:p>
            <a:r>
              <a:rPr dirty="0" lang="en-US"/>
              <a:t/>
            </a:r>
            <a:endParaRPr dirty="0" lang="en-US"/>
          </a:p>
        </p:txBody>
      </p:sp>
      <p:sp>
        <p:nvSpPr>
          <p:cNvPr id="1048715" name="Slide Number Placeholder 3"/>
          <p:cNvSpPr>
            <a:spLocks noGrp="1"/>
          </p:cNvSpPr>
          <p:nvPr>
            <p:ph type="sldNum" sz="quarter" idx="10"/>
          </p:nvPr>
        </p:nvSpPr>
        <p:spPr/>
        <p:txBody>
          <a:bodyPr/>
          <a:p>
            <a:fld id="{F7021451-1387-4CA6-816F-3879F97B5CBC}" type="slidenum">
              <a:rPr lang="en-US"/>
              <a:t>17</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85" name=""/>
        <p:cNvGrpSpPr/>
        <p:nvPr/>
      </p:nvGrpSpPr>
      <p:grpSpPr>
        <a:xfrm>
          <a:off x="0" y="0"/>
          <a:ext cx="0" cy="0"/>
          <a:chOff x="0" y="0"/>
          <a:chExt cx="0" cy="0"/>
        </a:xfrm>
      </p:grpSpPr>
      <p:sp>
        <p:nvSpPr>
          <p:cNvPr id="1048719" name="Slide Image Placeholder 1"/>
          <p:cNvSpPr>
            <a:spLocks noChangeAspect="1" noRot="1" noGrp="1"/>
          </p:cNvSpPr>
          <p:nvPr>
            <p:ph type="sldImg"/>
          </p:nvPr>
        </p:nvSpPr>
        <p:spPr/>
      </p:sp>
      <p:sp>
        <p:nvSpPr>
          <p:cNvPr id="1048720" name="Notes Placeholder 2"/>
          <p:cNvSpPr>
            <a:spLocks noGrp="1"/>
          </p:cNvSpPr>
          <p:nvPr>
            <p:ph type="body" idx="1"/>
          </p:nvPr>
        </p:nvSpPr>
        <p:spPr/>
        <p:txBody>
          <a:bodyPr/>
          <a:p>
            <a:r>
              <a:rPr dirty="0" lang="en-US"/>
              <a:t/>
            </a:r>
            <a:endParaRPr dirty="0" lang="en-US"/>
          </a:p>
        </p:txBody>
      </p:sp>
      <p:sp>
        <p:nvSpPr>
          <p:cNvPr id="1048721" name="Slide Number Placeholder 3"/>
          <p:cNvSpPr>
            <a:spLocks noGrp="1"/>
          </p:cNvSpPr>
          <p:nvPr>
            <p:ph type="sldNum" sz="quarter" idx="10"/>
          </p:nvPr>
        </p:nvSpPr>
        <p:spPr/>
        <p:txBody>
          <a:bodyPr/>
          <a:p>
            <a:fld id="{F7021451-1387-4CA6-816F-3879F97B5CBC}" type="slidenum">
              <a:rPr lang="en-US"/>
              <a:t>18</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88" name=""/>
        <p:cNvGrpSpPr/>
        <p:nvPr/>
      </p:nvGrpSpPr>
      <p:grpSpPr>
        <a:xfrm>
          <a:off x="0" y="0"/>
          <a:ext cx="0" cy="0"/>
          <a:chOff x="0" y="0"/>
          <a:chExt cx="0" cy="0"/>
        </a:xfrm>
      </p:grpSpPr>
      <p:sp>
        <p:nvSpPr>
          <p:cNvPr id="1048728" name="Slide Image Placeholder 1"/>
          <p:cNvSpPr>
            <a:spLocks noChangeAspect="1" noRot="1" noGrp="1"/>
          </p:cNvSpPr>
          <p:nvPr>
            <p:ph type="sldImg"/>
          </p:nvPr>
        </p:nvSpPr>
        <p:spPr/>
      </p:sp>
      <p:sp>
        <p:nvSpPr>
          <p:cNvPr id="1048729" name="Notes Placeholder 2"/>
          <p:cNvSpPr>
            <a:spLocks noGrp="1"/>
          </p:cNvSpPr>
          <p:nvPr>
            <p:ph type="body" idx="1"/>
          </p:nvPr>
        </p:nvSpPr>
        <p:spPr/>
        <p:txBody>
          <a:bodyPr/>
          <a:p>
            <a:r>
              <a:rPr dirty="0" lang="en-US"/>
              <a:t/>
            </a:r>
            <a:endParaRPr dirty="0" lang="en-US"/>
          </a:p>
        </p:txBody>
      </p:sp>
      <p:sp>
        <p:nvSpPr>
          <p:cNvPr id="1048730" name="Slide Number Placeholder 3"/>
          <p:cNvSpPr>
            <a:spLocks noGrp="1"/>
          </p:cNvSpPr>
          <p:nvPr>
            <p:ph type="sldNum" sz="quarter" idx="10"/>
          </p:nvPr>
        </p:nvSpPr>
        <p:spPr/>
        <p:txBody>
          <a:bodyPr/>
          <a:p>
            <a:fld id="{F7021451-1387-4CA6-816F-3879F97B5CBC}" type="slidenum">
              <a:rPr lang="en-US"/>
              <a:t>19</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91" name=""/>
        <p:cNvGrpSpPr/>
        <p:nvPr/>
      </p:nvGrpSpPr>
      <p:grpSpPr>
        <a:xfrm>
          <a:off x="0" y="0"/>
          <a:ext cx="0" cy="0"/>
          <a:chOff x="0" y="0"/>
          <a:chExt cx="0" cy="0"/>
        </a:xfrm>
      </p:grpSpPr>
      <p:sp>
        <p:nvSpPr>
          <p:cNvPr id="1048737" name="Slide Image Placeholder 1"/>
          <p:cNvSpPr>
            <a:spLocks noChangeAspect="1" noRot="1" noGrp="1"/>
          </p:cNvSpPr>
          <p:nvPr>
            <p:ph type="sldImg"/>
          </p:nvPr>
        </p:nvSpPr>
        <p:spPr/>
      </p:sp>
      <p:sp>
        <p:nvSpPr>
          <p:cNvPr id="1048738" name="Notes Placeholder 2"/>
          <p:cNvSpPr>
            <a:spLocks noGrp="1"/>
          </p:cNvSpPr>
          <p:nvPr>
            <p:ph type="body" idx="1"/>
          </p:nvPr>
        </p:nvSpPr>
        <p:spPr/>
        <p:txBody>
          <a:bodyPr/>
          <a:p>
            <a:r>
              <a:rPr dirty="0" lang="en-US"/>
              <a:t/>
            </a:r>
            <a:endParaRPr dirty="0" lang="en-US"/>
          </a:p>
        </p:txBody>
      </p:sp>
      <p:sp>
        <p:nvSpPr>
          <p:cNvPr id="1048739" name="Slide Number Placeholder 3"/>
          <p:cNvSpPr>
            <a:spLocks noGrp="1"/>
          </p:cNvSpPr>
          <p:nvPr>
            <p:ph type="sldNum" sz="quarter" idx="10"/>
          </p:nvPr>
        </p:nvSpPr>
        <p:spPr/>
        <p:txBody>
          <a:bodyPr/>
          <a:p>
            <a:fld id="{F7021451-1387-4CA6-816F-3879F97B5CBC}" type="slidenum">
              <a:rPr lang="en-US"/>
              <a:t>20</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94" name=""/>
        <p:cNvGrpSpPr/>
        <p:nvPr/>
      </p:nvGrpSpPr>
      <p:grpSpPr>
        <a:xfrm>
          <a:off x="0" y="0"/>
          <a:ext cx="0" cy="0"/>
          <a:chOff x="0" y="0"/>
          <a:chExt cx="0" cy="0"/>
        </a:xfrm>
      </p:grpSpPr>
      <p:sp>
        <p:nvSpPr>
          <p:cNvPr id="1048743" name="Slide Image Placeholder 1"/>
          <p:cNvSpPr>
            <a:spLocks noChangeAspect="1" noRot="1" noGrp="1"/>
          </p:cNvSpPr>
          <p:nvPr>
            <p:ph type="sldImg"/>
          </p:nvPr>
        </p:nvSpPr>
        <p:spPr/>
      </p:sp>
      <p:sp>
        <p:nvSpPr>
          <p:cNvPr id="1048744" name="Notes Placeholder 2"/>
          <p:cNvSpPr>
            <a:spLocks noGrp="1"/>
          </p:cNvSpPr>
          <p:nvPr>
            <p:ph type="body" idx="1"/>
          </p:nvPr>
        </p:nvSpPr>
        <p:spPr/>
        <p:txBody>
          <a:bodyPr/>
          <a:p>
            <a:r>
              <a:rPr dirty="0" lang="en-US"/>
              <a:t/>
            </a:r>
            <a:endParaRPr dirty="0" lang="en-US"/>
          </a:p>
        </p:txBody>
      </p:sp>
      <p:sp>
        <p:nvSpPr>
          <p:cNvPr id="1048745" name="Slide Number Placeholder 3"/>
          <p:cNvSpPr>
            <a:spLocks noGrp="1"/>
          </p:cNvSpPr>
          <p:nvPr>
            <p:ph type="sldNum" sz="quarter" idx="10"/>
          </p:nvPr>
        </p:nvSpPr>
        <p:spPr/>
        <p:txBody>
          <a:bodyPr/>
          <a:p>
            <a:fld id="{F7021451-1387-4CA6-816F-3879F97B5CBC}" type="slidenum">
              <a:rPr lang="en-US"/>
              <a:t>21</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97" name=""/>
        <p:cNvGrpSpPr/>
        <p:nvPr/>
      </p:nvGrpSpPr>
      <p:grpSpPr>
        <a:xfrm>
          <a:off x="0" y="0"/>
          <a:ext cx="0" cy="0"/>
          <a:chOff x="0" y="0"/>
          <a:chExt cx="0" cy="0"/>
        </a:xfrm>
      </p:grpSpPr>
      <p:sp>
        <p:nvSpPr>
          <p:cNvPr id="1048752" name="Slide Image Placeholder 1"/>
          <p:cNvSpPr>
            <a:spLocks noChangeAspect="1" noRot="1" noGrp="1"/>
          </p:cNvSpPr>
          <p:nvPr>
            <p:ph type="sldImg"/>
          </p:nvPr>
        </p:nvSpPr>
        <p:spPr/>
      </p:sp>
      <p:sp>
        <p:nvSpPr>
          <p:cNvPr id="1048753" name="Notes Placeholder 2"/>
          <p:cNvSpPr>
            <a:spLocks noGrp="1"/>
          </p:cNvSpPr>
          <p:nvPr>
            <p:ph type="body" idx="1"/>
          </p:nvPr>
        </p:nvSpPr>
        <p:spPr/>
        <p:txBody>
          <a:bodyPr/>
          <a:p>
            <a:r>
              <a:rPr dirty="0" lang="en-US"/>
              <a:t/>
            </a:r>
            <a:endParaRPr dirty="0" lang="en-US"/>
          </a:p>
        </p:txBody>
      </p:sp>
      <p:sp>
        <p:nvSpPr>
          <p:cNvPr id="1048754" name="Slide Number Placeholder 3"/>
          <p:cNvSpPr>
            <a:spLocks noGrp="1"/>
          </p:cNvSpPr>
          <p:nvPr>
            <p:ph type="sldNum" sz="quarter" idx="10"/>
          </p:nvPr>
        </p:nvSpPr>
        <p:spPr/>
        <p:txBody>
          <a:bodyPr/>
          <a:p>
            <a:fld id="{F7021451-1387-4CA6-816F-3879F97B5CBC}" type="slidenum">
              <a:rPr lang="en-US"/>
              <a:t>22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98"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F172A"/>
        </a:solidFill>
      </p:bgPr>
    </p:bg>
    <p:spTree>
      <p:nvGrpSpPr>
        <p:cNvPr id="17" name=""/>
        <p:cNvGrpSpPr/>
        <p:nvPr/>
      </p:nvGrpSpPr>
      <p:grpSpPr>
        <a:xfrm>
          <a:off x="0" y="0"/>
          <a:ext cx="0" cy="0"/>
          <a:chOff x="0" y="0"/>
          <a:chExt cx="0" cy="0"/>
        </a:xfrm>
      </p:grpSpPr>
      <p:sp>
        <p:nvSpPr>
          <p:cNvPr id="1048576" name="Text 0"/>
          <p:cNvSpPr/>
          <p:nvPr>
            <p:ph type="title" idx="100" hasCustomPrompt="1"/>
          </p:nvPr>
        </p:nvSpPr>
        <p:spPr>
          <a:xfrm>
            <a:off x="731520" y="2377440"/>
            <a:ext cx="10698480" cy="1280160"/>
          </a:xfrm>
          <a:prstGeom prst="rect"/>
          <a:noFill/>
        </p:spPr>
        <p:txBody>
          <a:bodyPr rtlCol="0" wrap="square"/>
          <a:lstStyle>
            <a:lvl1pPr algn="l" indent="0" marL="0">
              <a:buNone/>
              <a:defRPr b="1" dirty="0" sz="6000" lang="en-US">
                <a:solidFill>
                  <a:schemeClr val="bg1"/>
                </a:solidFill>
              </a:defRPr>
            </a:lvl1pPr>
          </a:lstStyle>
          <a:p>
            <a:pPr algn="l" indent="0" marL="0">
              <a:buNone/>
            </a:pPr>
            <a:endParaRPr dirty="0" sz="600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_DARK">
    <p:bg>
      <p:bgPr>
        <a:solidFill>
          <a:srgbClr val="0F172A"/>
        </a:solidFill>
      </p:bgPr>
    </p:bg>
    <p:spTree>
      <p:nvGrpSpPr>
        <p:cNvPr id="33" name=""/>
        <p:cNvGrpSpPr/>
        <p:nvPr/>
      </p:nvGrpSpPr>
      <p:grpSpPr>
        <a:xfrm>
          <a:off x="0" y="0"/>
          <a:ext cx="0" cy="0"/>
          <a:chOff x="0" y="0"/>
          <a:chExt cx="0" cy="0"/>
        </a:xfrm>
      </p:grpSpPr>
      <p:sp>
        <p:nvSpPr>
          <p:cNvPr id="1048582" name="Text 0"/>
          <p:cNvSpPr/>
          <p:nvPr>
            <p:ph type="title" idx="100" hasCustomPrompt="1"/>
          </p:nvPr>
        </p:nvSpPr>
        <p:spPr>
          <a:xfrm>
            <a:off x="731520" y="1463040"/>
            <a:ext cx="10698480" cy="1097280"/>
          </a:xfrm>
          <a:prstGeom prst="rect"/>
          <a:noFill/>
        </p:spPr>
        <p:txBody>
          <a:bodyPr rtlCol="0" wrap="square"/>
          <a:lstStyle>
            <a:lvl1pPr algn="l" indent="0" marL="0">
              <a:buNone/>
              <a:defRPr b="1" dirty="0" sz="4800" lang="en-US">
                <a:solidFill>
                  <a:schemeClr val="bg1"/>
                </a:solidFill>
              </a:defRPr>
            </a:lvl1pPr>
          </a:lstStyle>
          <a:p>
            <a:pPr algn="l" indent="0" marL="0">
              <a:buNone/>
            </a:pPr>
            <a:endParaRPr dirty="0" sz="480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37" name=""/>
        <p:cNvGrpSpPr/>
        <p:nvPr/>
      </p:nvGrpSpPr>
      <p:grpSpPr>
        <a:xfrm>
          <a:off x="0" y="0"/>
          <a:ext cx="0" cy="0"/>
          <a:chOff x="0" y="0"/>
          <a:chExt cx="0" cy="0"/>
        </a:xfrm>
      </p:grpSpPr>
      <p:sp>
        <p:nvSpPr>
          <p:cNvPr id="1048589" name="Text 0"/>
          <p:cNvSpPr/>
          <p:nvPr>
            <p:ph type="title" idx="100" hasCustomPrompt="1"/>
          </p:nvPr>
        </p:nvSpPr>
        <p:spPr>
          <a:xfrm>
            <a:off x="548640" y="868680"/>
            <a:ext cx="11064240" cy="914400"/>
          </a:xfrm>
          <a:prstGeom prst="rect"/>
          <a:noFill/>
        </p:spPr>
        <p:txBody>
          <a:bodyPr rtlCol="0" wrap="square"/>
          <a:lstStyle>
            <a:lvl1pPr algn="l" indent="0" marL="0">
              <a:buNone/>
              <a:defRPr b="1" dirty="0" sz="2800" lang="en-US">
                <a:solidFill>
                  <a:schemeClr val="tx1"/>
                </a:solidFill>
              </a:defRPr>
            </a:lvl1pPr>
          </a:lstStyle>
          <a:p>
            <a:pPr algn="l" indent="0" marL="0">
              <a:buNone/>
            </a:pPr>
            <a:endParaRPr dirty="0" sz="2800"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2" name=""/>
        <p:cNvGrpSpPr/>
        <p:nvPr/>
      </p:nvGrpSpPr>
      <p:grpSpPr>
        <a:xfrm>
          <a:off x="0" y="0"/>
          <a:ext cx="0" cy="0"/>
          <a:chOff x="0" y="0"/>
          <a:chExt cx="0" cy="0"/>
        </a:xfrm>
      </p:grpSpPr>
    </p:spTree>
  </p:cSld>
  <p:clrMap accent1="accent1" accent2="accent2" accent3="accent3" accent4="accent4" accent5="accent5" accent6="accent6" bg1="lt1" bg2="lt2" tx1="dk1" tx2="dk2" hlink="hlink" folHlink="folHlink"/>
  <p:sldLayoutIdLst>
    <p:sldLayoutId id="2147483649" r:id="rId1"/>
    <p:sldLayoutId id="2147483650" r:id="rId2"/>
    <p:sldLayoutId id="2147483651" r:id="rId3"/>
    <p:sldLayoutId id="2147483652" r:id="rId4"/>
  </p:sldLayoutIdLst>
  <p:hf dt="0" ftr="0" hdr="0" sldNum="0"/>
  <p:txStyles>
    <p:titleStyle>
      <a:lvl1pPr algn="ctr" defTabSz="914400" eaLnBrk="1" hangingPunct="1" latinLnBrk="0" rtl="0">
        <a:spcBef>
          <a:spcPct val="0"/>
        </a:spcBef>
        <a:buNone/>
        <a:defRPr sz="4400" kern="1200">
          <a:solidFill>
            <a:schemeClr val="tx1"/>
          </a:solidFill>
          <a:latin typeface="+mj-lt"/>
          <a:ea typeface="+mj-ea"/>
          <a:cs typeface="+mj-cs"/>
        </a:defRPr>
      </a:lvl1pPr>
    </p:titleStyle>
    <p:bodyStyle>
      <a:lvl1pPr algn="l" defTabSz="914400" eaLnBrk="1" hangingPunct="1" indent="-342900" latinLnBrk="0" marL="342900" rtl="0">
        <a:spcBef>
          <a:spcPct val="20000"/>
        </a:spcBef>
        <a:buFont typeface="Arial" pitchFamily="34" charset="0"/>
        <a:buChar char="•"/>
        <a:defRPr sz="3200" kern="1200">
          <a:solidFill>
            <a:schemeClr val="tx1"/>
          </a:solidFill>
          <a:latin typeface="+mn-lt"/>
          <a:ea typeface="+mn-ea"/>
          <a:cs typeface="+mn-cs"/>
        </a:defRPr>
      </a:lvl1pPr>
      <a:lvl2pPr algn="l" defTabSz="914400" eaLnBrk="1" hangingPunct="1" indent="-285750" latinLnBrk="0" marL="742950" rtl="0">
        <a:spcBef>
          <a:spcPct val="20000"/>
        </a:spcBef>
        <a:buFont typeface="Arial" pitchFamily="34" charset="0"/>
        <a:buChar char="–"/>
        <a:defRPr sz="2800" kern="1200">
          <a:solidFill>
            <a:schemeClr val="tx1"/>
          </a:solidFill>
          <a:latin typeface="+mn-lt"/>
          <a:ea typeface="+mn-ea"/>
          <a:cs typeface="+mn-cs"/>
        </a:defRPr>
      </a:lvl2pPr>
      <a:lvl3pPr algn="l" defTabSz="914400" eaLnBrk="1" hangingPunct="1" indent="-228600" latinLnBrk="0" marL="1143000" rtl="0">
        <a:spcBef>
          <a:spcPct val="20000"/>
        </a:spcBef>
        <a:buFont typeface="Arial" pitchFamily="34" charset="0"/>
        <a:buChar char="•"/>
        <a:defRPr sz="2400" kern="1200">
          <a:solidFill>
            <a:schemeClr val="tx1"/>
          </a:solidFill>
          <a:latin typeface="+mn-lt"/>
          <a:ea typeface="+mn-ea"/>
          <a:cs typeface="+mn-cs"/>
        </a:defRPr>
      </a:lvl3pPr>
      <a:lvl4pPr algn="l" defTabSz="914400" eaLnBrk="1" hangingPunct="1" indent="-228600" latinLnBrk="0" marL="1600200" rtl="0">
        <a:spcBef>
          <a:spcPct val="20000"/>
        </a:spcBef>
        <a:buFont typeface="Arial" pitchFamily="34" charset="0"/>
        <a:buChar char="–"/>
        <a:defRPr sz="2000" kern="1200">
          <a:solidFill>
            <a:schemeClr val="tx1"/>
          </a:solidFill>
          <a:latin typeface="+mn-lt"/>
          <a:ea typeface="+mn-ea"/>
          <a:cs typeface="+mn-cs"/>
        </a:defRPr>
      </a:lvl4pPr>
      <a:lvl5pPr algn="l" defTabSz="914400" eaLnBrk="1" hangingPunct="1" indent="-228600" latinLnBrk="0" marL="2057400" rtl="0">
        <a:spcBef>
          <a:spcPct val="20000"/>
        </a:spcBef>
        <a:buFont typeface="Arial" pitchFamily="34" charset="0"/>
        <a:buChar char="»"/>
        <a:defRPr sz="2000" kern="1200">
          <a:solidFill>
            <a:schemeClr val="tx1"/>
          </a:solidFill>
          <a:latin typeface="+mn-lt"/>
          <a:ea typeface="+mn-ea"/>
          <a:cs typeface="+mn-cs"/>
        </a:defRPr>
      </a:lvl5pPr>
      <a:lvl6pPr algn="l" defTabSz="914400" eaLnBrk="1" hangingPunct="1" indent="-228600" latinLnBrk="0" marL="2514600" rtl="0">
        <a:spcBef>
          <a:spcPct val="20000"/>
        </a:spcBef>
        <a:buFont typeface="Arial" pitchFamily="34" charset="0"/>
        <a:buChar char="•"/>
        <a:defRPr sz="2000" kern="1200">
          <a:solidFill>
            <a:schemeClr val="tx1"/>
          </a:solidFill>
          <a:latin typeface="+mn-lt"/>
          <a:ea typeface="+mn-ea"/>
          <a:cs typeface="+mn-cs"/>
        </a:defRPr>
      </a:lvl6pPr>
      <a:lvl7pPr algn="l" defTabSz="914400" eaLnBrk="1" hangingPunct="1" indent="-228600" latinLnBrk="0" marL="2971800" rtl="0">
        <a:spcBef>
          <a:spcPct val="20000"/>
        </a:spcBef>
        <a:buFont typeface="Arial" pitchFamily="34" charset="0"/>
        <a:buChar char="•"/>
        <a:defRPr sz="2000" kern="1200">
          <a:solidFill>
            <a:schemeClr val="tx1"/>
          </a:solidFill>
          <a:latin typeface="+mn-lt"/>
          <a:ea typeface="+mn-ea"/>
          <a:cs typeface="+mn-cs"/>
        </a:defRPr>
      </a:lvl7pPr>
      <a:lvl8pPr algn="l" defTabSz="914400" eaLnBrk="1" hangingPunct="1" indent="-228600" latinLnBrk="0" marL="3429000" rtl="0">
        <a:spcBef>
          <a:spcPct val="20000"/>
        </a:spcBef>
        <a:buFont typeface="Arial" pitchFamily="34" charset="0"/>
        <a:buChar char="•"/>
        <a:defRPr sz="2000" kern="1200">
          <a:solidFill>
            <a:schemeClr val="tx1"/>
          </a:solidFill>
          <a:latin typeface="+mn-lt"/>
          <a:ea typeface="+mn-ea"/>
          <a:cs typeface="+mn-cs"/>
        </a:defRPr>
      </a:lvl8pPr>
      <a:lvl9pPr algn="l" defTabSz="914400" eaLnBrk="1" hangingPunct="1" indent="-228600" latinLnBrk="0" marL="3886200" rtl="0">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8" name=""/>
        <p:cNvGrpSpPr/>
        <p:nvPr/>
      </p:nvGrpSpPr>
      <p:grpSpPr>
        <a:xfrm>
          <a:off x="0" y="0"/>
          <a:ext cx="0" cy="0"/>
          <a:chOff x="0" y="0"/>
          <a:chExt cx="0" cy="0"/>
        </a:xfrm>
      </p:grpSpPr>
      <p:sp>
        <p:nvSpPr>
          <p:cNvPr id="1048577" name="Text 0"/>
          <p:cNvSpPr/>
          <p:nvPr>
            <p:ph type="title" idx="100" hasCustomPrompt="1"/>
          </p:nvPr>
        </p:nvSpPr>
        <p:spPr>
          <a:xfrm>
            <a:off x="731520" y="2377440"/>
            <a:ext cx="10698480" cy="1280160"/>
          </a:xfrm>
          <a:prstGeom prst="rect"/>
          <a:noFill/>
        </p:spPr>
        <p:txBody>
          <a:bodyPr anchor="ctr" bIns="0" lIns="0" rIns="0" rtlCol="0" tIns="0" wrap="square"/>
          <a:p>
            <a:pPr algn="l" indent="0" marL="0">
              <a:buNone/>
            </a:pPr>
            <a:r>
              <a:rPr b="1" dirty="0" sz="6000" lang="en-US">
                <a:solidFill>
                  <a:schemeClr val="bg1"/>
                </a:solidFill>
              </a:rPr>
              <a:t>Problem Statements</a:t>
            </a:r>
            <a:endParaRPr dirty="0" sz="6000" lang="en-US"/>
          </a:p>
        </p:txBody>
      </p:sp>
      <p:sp>
        <p:nvSpPr>
          <p:cNvPr id="1048578" name="Subtitle"/>
          <p:cNvSpPr txBox="1"/>
          <p:nvPr/>
        </p:nvSpPr>
        <p:spPr>
          <a:xfrm>
            <a:off x="731520" y="3749040"/>
            <a:ext cx="10698480" cy="457200"/>
          </a:xfrm>
          <a:prstGeom prst="rect"/>
          <a:noFill/>
        </p:spPr>
        <p:txBody>
          <a:bodyPr anchor="ctr" bIns="0" lIns="0" rIns="0" rtlCol="0" tIns="0" wrap="square"/>
          <a:p>
            <a:pPr indent="0" marL="0">
              <a:buNone/>
            </a:pPr>
            <a:r>
              <a:rPr dirty="0" sz="2000" lang="en-US">
                <a:solidFill>
                  <a:srgbClr val="CBD5E1"/>
                </a:solidFill>
              </a:rPr>
              <a:t>6 tracks  ·  15 problem statements</a:t>
            </a:r>
            <a:endParaRPr dirty="0" sz="2000"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34" name=""/>
        <p:cNvGrpSpPr/>
        <p:nvPr/>
      </p:nvGrpSpPr>
      <p:grpSpPr>
        <a:xfrm>
          <a:off x="0" y="0"/>
          <a:ext cx="0" cy="0"/>
          <a:chOff x="0" y="0"/>
          <a:chExt cx="0" cy="0"/>
        </a:xfrm>
      </p:grpSpPr>
      <p:sp>
        <p:nvSpPr>
          <p:cNvPr id="1048583" name="Track chip"/>
          <p:cNvSpPr txBox="1"/>
          <p:nvPr/>
        </p:nvSpPr>
        <p:spPr>
          <a:xfrm>
            <a:off x="731520" y="914400"/>
            <a:ext cx="1554480" cy="411480"/>
          </a:xfrm>
          <a:prstGeom prst="rect"/>
          <a:solidFill>
            <a:srgbClr val="4F46E5"/>
          </a:solidFill>
        </p:spPr>
        <p:txBody>
          <a:bodyPr anchor="ctr" rtlCol="0" wrap="square"/>
          <a:p>
            <a:pPr algn="ctr" indent="0" marL="0">
              <a:buNone/>
            </a:pPr>
            <a:r>
              <a:rPr b="1" dirty="0" sz="1800" lang="en-US">
                <a:solidFill>
                  <a:srgbClr val="FFFFFF"/>
                </a:solidFill>
              </a:rPr>
              <a:t>TRACK 01</a:t>
            </a:r>
            <a:endParaRPr dirty="0" sz="1800" lang="en-US"/>
          </a:p>
        </p:txBody>
      </p:sp>
      <p:sp>
        <p:nvSpPr>
          <p:cNvPr id="1048584" name="Text 0"/>
          <p:cNvSpPr/>
          <p:nvPr>
            <p:ph type="title" idx="100" hasCustomPrompt="1"/>
          </p:nvPr>
        </p:nvSpPr>
        <p:spPr>
          <a:xfrm>
            <a:off x="731520" y="1463040"/>
            <a:ext cx="10698480" cy="1097280"/>
          </a:xfrm>
          <a:prstGeom prst="rect"/>
          <a:noFill/>
        </p:spPr>
        <p:txBody>
          <a:bodyPr anchor="ctr" bIns="0" lIns="0" rIns="0" rtlCol="0" tIns="0" wrap="square"/>
          <a:p>
            <a:pPr algn="l" indent="0" marL="0">
              <a:buNone/>
            </a:pPr>
            <a:r>
              <a:rPr b="1" dirty="0" sz="4800" lang="en-US">
                <a:solidFill>
                  <a:schemeClr val="bg1"/>
                </a:solidFill>
              </a:rPr>
              <a:t>AI &amp; Machine Learning</a:t>
            </a:r>
            <a:endParaRPr dirty="0" sz="4800" lang="en-US"/>
          </a:p>
        </p:txBody>
      </p:sp>
      <p:sp>
        <p:nvSpPr>
          <p:cNvPr id="1048585" name="PS list"/>
          <p:cNvSpPr txBox="1"/>
          <p:nvPr/>
        </p:nvSpPr>
        <p:spPr>
          <a:xfrm>
            <a:off x="731520" y="3017520"/>
            <a:ext cx="10698480" cy="3108960"/>
          </a:xfrm>
          <a:prstGeom prst="rect"/>
          <a:noFill/>
        </p:spPr>
        <p:txBody>
          <a:bodyPr anchor="t" bIns="0" lIns="0" rIns="0" rtlCol="0" tIns="0" wrap="square"/>
          <a:p>
            <a:pPr indent="0" marL="0">
              <a:spcAft>
                <a:spcPts val="1000"/>
              </a:spcAft>
              <a:buNone/>
            </a:pPr>
            <a:r>
              <a:rPr b="1" dirty="0" sz="2000" lang="en-US">
                <a:solidFill>
                  <a:srgbClr val="FFFFFF"/>
                </a:solidFill>
              </a:rPr>
              <a:t>AI-01   </a:t>
            </a:r>
            <a:r>
              <a:rPr dirty="0" sz="2000" lang="en-US">
                <a:solidFill>
                  <a:srgbClr val="CBD5E1"/>
                </a:solidFill>
              </a:rPr>
              <a:t>Voice-Clone Detection for Phone Scams</a:t>
            </a:r>
            <a:endParaRPr dirty="0" sz="2000" lang="en-US"/>
          </a:p>
          <a:p>
            <a:pPr indent="0" marL="0">
              <a:spcAft>
                <a:spcPts val="1000"/>
              </a:spcAft>
              <a:buNone/>
            </a:pPr>
            <a:r>
              <a:rPr b="1" dirty="0" sz="2000" lang="en-US">
                <a:solidFill>
                  <a:srgbClr val="FFFFFF"/>
                </a:solidFill>
              </a:rPr>
              <a:t>AI-02   </a:t>
            </a:r>
            <a:r>
              <a:rPr dirty="0" sz="2000" lang="en-US">
                <a:solidFill>
                  <a:srgbClr val="CBD5E1"/>
                </a:solidFill>
              </a:rPr>
              <a:t>Data-Analyst Agent on Messy Databases</a:t>
            </a:r>
            <a:endParaRPr dirty="0" sz="2000" lang="en-US"/>
          </a:p>
          <a:p>
            <a:pPr indent="0" marL="0">
              <a:spcAft>
                <a:spcPts val="1000"/>
              </a:spcAft>
              <a:buNone/>
            </a:pPr>
            <a:r>
              <a:rPr b="1" dirty="0" sz="2000" lang="en-US">
                <a:solidFill>
                  <a:srgbClr val="FFFFFF"/>
                </a:solidFill>
              </a:rPr>
              <a:t>AI-03   </a:t>
            </a:r>
            <a:r>
              <a:rPr dirty="0" sz="2000" lang="en-US">
                <a:solidFill>
                  <a:srgbClr val="CBD5E1"/>
                </a:solidFill>
              </a:rPr>
              <a:t>Interactive Knowledge Base — Topic-Augmented Knowledge Graph Builder</a:t>
            </a:r>
            <a:endParaRPr dirty="0" sz="2000" lang="en-US"/>
          </a:p>
          <a:p>
            <a:pPr indent="0" marL="0">
              <a:spcAft>
                <a:spcPts val="1000"/>
              </a:spcAft>
              <a:buNone/>
            </a:pPr>
            <a:r>
              <a:rPr b="1" dirty="0" sz="2000" lang="en-US">
                <a:solidFill>
                  <a:srgbClr val="FFFFFF"/>
                </a:solidFill>
              </a:rPr>
              <a:t>AI-04   </a:t>
            </a:r>
            <a:r>
              <a:rPr dirty="0" sz="2000" lang="en-US">
                <a:solidFill>
                  <a:srgbClr val="CBD5E1"/>
                </a:solidFill>
              </a:rPr>
              <a:t>RAG Evaluation Pipeline — Retriever and Generator Tested Apart</a:t>
            </a:r>
            <a:endParaRPr dirty="0" sz="2000"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38" name=""/>
        <p:cNvGrpSpPr/>
        <p:nvPr/>
      </p:nvGrpSpPr>
      <p:grpSpPr>
        <a:xfrm>
          <a:off x="0" y="0"/>
          <a:ext cx="0" cy="0"/>
          <a:chOff x="0" y="0"/>
          <a:chExt cx="0" cy="0"/>
        </a:xfrm>
      </p:grpSpPr>
      <p:sp>
        <p:nvSpPr>
          <p:cNvPr id="1048590" name="ID chip"/>
          <p:cNvSpPr txBox="1"/>
          <p:nvPr/>
        </p:nvSpPr>
        <p:spPr>
          <a:xfrm>
            <a:off x="548640" y="384048"/>
            <a:ext cx="1097280" cy="365760"/>
          </a:xfrm>
          <a:prstGeom prst="rect"/>
          <a:solidFill>
            <a:srgbClr val="4F46E5"/>
          </a:solidFill>
        </p:spPr>
        <p:txBody>
          <a:bodyPr anchor="ctr" rtlCol="0" wrap="square"/>
          <a:p>
            <a:pPr algn="ctr" indent="0" marL="0">
              <a:buNone/>
            </a:pPr>
            <a:r>
              <a:rPr b="1" dirty="0" sz="1600" lang="en-US">
                <a:solidFill>
                  <a:srgbClr val="FFFFFF"/>
                </a:solidFill>
              </a:rPr>
              <a:t>AI-01</a:t>
            </a:r>
            <a:endParaRPr dirty="0" sz="1600" lang="en-US"/>
          </a:p>
        </p:txBody>
      </p:sp>
      <p:sp>
        <p:nvSpPr>
          <p:cNvPr id="1048591" name="Track label"/>
          <p:cNvSpPr txBox="1"/>
          <p:nvPr/>
        </p:nvSpPr>
        <p:spPr>
          <a:xfrm>
            <a:off x="1783080" y="384048"/>
            <a:ext cx="7315200" cy="365760"/>
          </a:xfrm>
          <a:prstGeom prst="rect"/>
          <a:noFill/>
        </p:spPr>
        <p:txBody>
          <a:bodyPr anchor="ctr" bIns="0" lIns="0" rIns="0" rtlCol="0" tIns="0" wrap="square"/>
          <a:p>
            <a:pPr indent="0" marL="0">
              <a:buNone/>
            </a:pPr>
            <a:r>
              <a:rPr dirty="0" sz="1400" lang="en-US">
                <a:solidFill>
                  <a:srgbClr val="475569"/>
                </a:solidFill>
              </a:rPr>
              <a:t>Track 01 · AI &amp; Machine Learning</a:t>
            </a:r>
            <a:endParaRPr dirty="0" sz="1400" lang="en-US"/>
          </a:p>
        </p:txBody>
      </p:sp>
      <p:sp>
        <p:nvSpPr>
          <p:cNvPr id="1048592" name="Text 0"/>
          <p:cNvSpPr/>
          <p:nvPr>
            <p:ph type="title" idx="100" hasCustomPrompt="1"/>
          </p:nvPr>
        </p:nvSpPr>
        <p:spPr>
          <a:xfrm>
            <a:off x="548640" y="868680"/>
            <a:ext cx="11064240" cy="914400"/>
          </a:xfrm>
          <a:prstGeom prst="rect"/>
          <a:noFill/>
        </p:spPr>
        <p:txBody>
          <a:bodyPr anchor="t" bIns="0" lIns="0" rIns="0" rtlCol="0" tIns="0" wrap="square"/>
          <a:p>
            <a:pPr algn="l" indent="0" marL="0">
              <a:buNone/>
            </a:pPr>
            <a:r>
              <a:rPr b="1" dirty="0" sz="2800" lang="en-US">
                <a:solidFill>
                  <a:schemeClr val="tx1"/>
                </a:solidFill>
              </a:rPr>
              <a:t>Voice-Clone Detection for Phone Scams</a:t>
            </a:r>
            <a:endParaRPr dirty="0" sz="2800" lang="en-US"/>
          </a:p>
        </p:txBody>
      </p:sp>
      <p:sp>
        <p:nvSpPr>
          <p:cNvPr id="1048593" name="Left content"/>
          <p:cNvSpPr txBox="1"/>
          <p:nvPr/>
        </p:nvSpPr>
        <p:spPr>
          <a:xfrm>
            <a:off x="548640" y="1965960"/>
            <a:ext cx="6949440" cy="4480560"/>
          </a:xfrm>
          <a:prstGeom prst="rect"/>
          <a:noFill/>
        </p:spPr>
        <p:txBody>
          <a:bodyPr anchor="t" bIns="0" lIns="0" rIns="0" rtlCol="0" tIns="0" wrap="square"/>
          <a:p>
            <a:pPr indent="0" marL="0">
              <a:spcAft>
                <a:spcPts val="400"/>
              </a:spcAft>
              <a:buNone/>
            </a:pPr>
            <a:r>
              <a:rPr b="1" dirty="0" sz="1300" lang="en-US">
                <a:solidFill>
                  <a:srgbClr val="4F46E5"/>
                </a:solidFill>
              </a:rPr>
              <a:t>PROBLEM STATEMENT</a:t>
            </a:r>
            <a:endParaRPr dirty="0" sz="1300" lang="en-US"/>
          </a:p>
          <a:p>
            <a:pPr indent="0" marL="0">
              <a:spcAft>
                <a:spcPts val="1400"/>
              </a:spcAft>
              <a:buNone/>
            </a:pPr>
            <a:r>
              <a:rPr dirty="0" sz="1800" lang="en-US">
                <a:solidFill>
                  <a:srgbClr val="0F172A"/>
                </a:solidFill>
              </a:rPr>
              <a:t>Scammers can clone the voice of a relative or bank officer from just a few seconds of audio. Build a detector that decides whether a 2–10 second speech clip is genuine or synthetic, and keeps working on voice-cloning tools never seen during training.</a:t>
            </a:r>
            <a:endParaRPr dirty="0" sz="1300" lang="en-US"/>
          </a:p>
          <a:p>
            <a:pPr indent="0" marL="0">
              <a:spcAft>
                <a:spcPts val="400"/>
              </a:spcAft>
              <a:buNone/>
            </a:pPr>
            <a:r>
              <a:rPr b="1" dirty="0" sz="1300" lang="en-US">
                <a:solidFill>
                  <a:srgbClr val="4F46E5"/>
                </a:solidFill>
              </a:rPr>
              <a:t>EXPLANATION</a:t>
            </a:r>
            <a:endParaRPr dirty="0" sz="1300" lang="en-US"/>
          </a:p>
          <a:p>
            <a:pPr indent="0" marL="0">
              <a:spcAft>
                <a:spcPts val="800"/>
              </a:spcAft>
              <a:buNone/>
            </a:pPr>
            <a:r>
              <a:rPr dirty="0" sz="1800" lang="en-US">
                <a:solidFill>
                  <a:srgbClr val="334155"/>
                </a:solidFill>
              </a:rPr>
              <a:t>A detector trained on known generators may learn their specific traits and fail on new ones, so generalisation is the central challenge.</a:t>
            </a:r>
            <a:endParaRPr dirty="0" sz="1300" lang="en-US"/>
          </a:p>
          <a:p>
            <a:pPr indent="0" marL="0">
              <a:spcAft>
                <a:spcPts val="800"/>
              </a:spcAft>
              <a:buNone/>
            </a:pPr>
            <a:r>
              <a:rPr dirty="0" sz="1800" lang="en-US">
                <a:solidFill>
                  <a:srgbClr val="334155"/>
                </a:solidFill>
              </a:rPr>
              <a:t>The ASVspoof 2019 evaluation set (mostly unseen attack systems) and the In-the-Wild dataset (real deepfakes of public figures) can both test generalisation. Pretrained self-supervised speech models are allowed.</a:t>
            </a:r>
            <a:endParaRPr dirty="0" sz="1300" lang="en-US"/>
          </a:p>
        </p:txBody>
      </p:sp>
      <p:sp>
        <p:nvSpPr>
          <p:cNvPr id="1048594" name="Challenges card"/>
          <p:cNvSpPr/>
          <p:nvPr/>
        </p:nvSpPr>
        <p:spPr>
          <a:xfrm>
            <a:off x="7863840" y="1965960"/>
            <a:ext cx="3776472" cy="4480560"/>
          </a:xfrm>
          <a:prstGeom prst="roundRect">
            <a:avLst>
              <a:gd name="adj" fmla="val 2906"/>
            </a:avLst>
          </a:prstGeom>
          <a:solidFill>
            <a:schemeClr val="bg2"/>
          </a:solidFill>
          <a:ln w="12700">
            <a:solidFill>
              <a:schemeClr val="bg2"/>
            </a:solidFill>
            <a:prstDash val="solid"/>
          </a:ln>
        </p:spPr>
      </p:sp>
      <p:sp>
        <p:nvSpPr>
          <p:cNvPr id="1048595" name="Key challenges"/>
          <p:cNvSpPr txBox="1"/>
          <p:nvPr/>
        </p:nvSpPr>
        <p:spPr>
          <a:xfrm>
            <a:off x="8138160" y="2194560"/>
            <a:ext cx="3246120" cy="4023360"/>
          </a:xfrm>
          <a:prstGeom prst="rect"/>
          <a:noFill/>
        </p:spPr>
        <p:txBody>
          <a:bodyPr anchor="t" bIns="0" lIns="0" rIns="0" rtlCol="0" tIns="0" wrap="square"/>
          <a:p>
            <a:pPr indent="0" marL="0">
              <a:spcAft>
                <a:spcPts val="800"/>
              </a:spcAft>
              <a:buNone/>
            </a:pPr>
            <a:r>
              <a:rPr b="1" dirty="0" sz="1300" lang="en-US">
                <a:solidFill>
                  <a:srgbClr val="4F46E5"/>
                </a:solidFill>
              </a:rPr>
              <a:t>KEY CHALLENGES</a:t>
            </a:r>
            <a:endParaRPr dirty="0" sz="1300" lang="en-US"/>
          </a:p>
          <a:p>
            <a:pPr indent="-342900" marL="342900">
              <a:spcAft>
                <a:spcPts val="800"/>
              </a:spcAft>
              <a:buSzPct val="100000"/>
              <a:buChar char="•"/>
            </a:pPr>
            <a:r>
              <a:rPr dirty="0" sz="1700" lang="en-US">
                <a:solidFill>
                  <a:srgbClr val="0F172A"/>
                </a:solidFill>
              </a:rPr>
              <a:t>Generalising to previously unseen voice generators</a:t>
            </a:r>
            <a:endParaRPr dirty="0" sz="1300" lang="en-US"/>
          </a:p>
          <a:p>
            <a:pPr indent="-342900" marL="342900">
              <a:spcAft>
                <a:spcPts val="800"/>
              </a:spcAft>
              <a:buSzPct val="100000"/>
              <a:buChar char="•"/>
            </a:pPr>
            <a:r>
              <a:rPr dirty="0" sz="1700" lang="en-US">
                <a:solidFill>
                  <a:srgbClr val="0F172A"/>
                </a:solidFill>
              </a:rPr>
              <a:t>Detecting synthetic speech from short clips with limited evidence</a:t>
            </a:r>
            <a:endParaRPr dirty="0" sz="1300" lang="en-US"/>
          </a:p>
          <a:p>
            <a:pPr indent="-342900" marL="342900">
              <a:spcAft>
                <a:spcPts val="800"/>
              </a:spcAft>
              <a:buSzPct val="100000"/>
              <a:buChar char="•"/>
            </a:pPr>
            <a:r>
              <a:rPr dirty="0" sz="1700" lang="en-US">
                <a:solidFill>
                  <a:srgbClr val="0F172A"/>
                </a:solidFill>
              </a:rPr>
              <a:t>Handling variations across languages and speakers</a:t>
            </a:r>
            <a:endParaRPr dirty="0" sz="1300" lang="en-US"/>
          </a:p>
          <a:p>
            <a:pPr indent="-342900" marL="342900">
              <a:spcAft>
                <a:spcPts val="800"/>
              </a:spcAft>
              <a:buSzPct val="100000"/>
              <a:buChar char="•"/>
            </a:pPr>
            <a:r>
              <a:rPr dirty="0" sz="1700" lang="en-US">
                <a:solidFill>
                  <a:srgbClr val="0F172A"/>
                </a:solidFill>
              </a:rPr>
              <a:t>Avoiding misleading shortcuts such as silence duration or loudness</a:t>
            </a:r>
            <a:endParaRPr dirty="0" sz="1300"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41" name=""/>
        <p:cNvGrpSpPr/>
        <p:nvPr/>
      </p:nvGrpSpPr>
      <p:grpSpPr>
        <a:xfrm>
          <a:off x="0" y="0"/>
          <a:ext cx="0" cy="0"/>
          <a:chOff x="0" y="0"/>
          <a:chExt cx="0" cy="0"/>
        </a:xfrm>
      </p:grpSpPr>
      <p:sp>
        <p:nvSpPr>
          <p:cNvPr id="1048599" name="ID chip"/>
          <p:cNvSpPr txBox="1"/>
          <p:nvPr/>
        </p:nvSpPr>
        <p:spPr>
          <a:xfrm>
            <a:off x="548640" y="384048"/>
            <a:ext cx="1097280" cy="365760"/>
          </a:xfrm>
          <a:prstGeom prst="rect"/>
          <a:solidFill>
            <a:srgbClr val="4F46E5"/>
          </a:solidFill>
        </p:spPr>
        <p:txBody>
          <a:bodyPr anchor="ctr" rtlCol="0" wrap="square"/>
          <a:p>
            <a:pPr algn="ctr" indent="0" marL="0">
              <a:buNone/>
            </a:pPr>
            <a:r>
              <a:rPr b="1" dirty="0" sz="1600" lang="en-US">
                <a:solidFill>
                  <a:srgbClr val="FFFFFF"/>
                </a:solidFill>
              </a:rPr>
              <a:t>AI-02</a:t>
            </a:r>
            <a:endParaRPr dirty="0" sz="1600" lang="en-US"/>
          </a:p>
        </p:txBody>
      </p:sp>
      <p:sp>
        <p:nvSpPr>
          <p:cNvPr id="1048600" name="Track label"/>
          <p:cNvSpPr txBox="1"/>
          <p:nvPr/>
        </p:nvSpPr>
        <p:spPr>
          <a:xfrm>
            <a:off x="1783080" y="384048"/>
            <a:ext cx="7315200" cy="365760"/>
          </a:xfrm>
          <a:prstGeom prst="rect"/>
          <a:noFill/>
        </p:spPr>
        <p:txBody>
          <a:bodyPr anchor="ctr" bIns="0" lIns="0" rIns="0" rtlCol="0" tIns="0" wrap="square"/>
          <a:p>
            <a:pPr indent="0" marL="0">
              <a:buNone/>
            </a:pPr>
            <a:r>
              <a:rPr dirty="0" sz="1400" lang="en-US">
                <a:solidFill>
                  <a:srgbClr val="475569"/>
                </a:solidFill>
              </a:rPr>
              <a:t>Track 01 · AI &amp; Machine Learning</a:t>
            </a:r>
            <a:endParaRPr dirty="0" sz="1400" lang="en-US"/>
          </a:p>
        </p:txBody>
      </p:sp>
      <p:sp>
        <p:nvSpPr>
          <p:cNvPr id="1048601" name="Text 0"/>
          <p:cNvSpPr/>
          <p:nvPr>
            <p:ph type="title" idx="100" hasCustomPrompt="1"/>
          </p:nvPr>
        </p:nvSpPr>
        <p:spPr>
          <a:xfrm>
            <a:off x="548640" y="868680"/>
            <a:ext cx="11064240" cy="914400"/>
          </a:xfrm>
          <a:prstGeom prst="rect"/>
          <a:noFill/>
        </p:spPr>
        <p:txBody>
          <a:bodyPr anchor="t" bIns="0" lIns="0" rIns="0" rtlCol="0" tIns="0" wrap="square"/>
          <a:p>
            <a:pPr algn="l" indent="0" marL="0">
              <a:buNone/>
            </a:pPr>
            <a:r>
              <a:rPr b="1" dirty="0" sz="2800" lang="en-US">
                <a:solidFill>
                  <a:schemeClr val="tx1"/>
                </a:solidFill>
              </a:rPr>
              <a:t>Data-Analyst Agent on Messy Databases</a:t>
            </a:r>
            <a:endParaRPr dirty="0" sz="2800" lang="en-US"/>
          </a:p>
        </p:txBody>
      </p:sp>
      <p:sp>
        <p:nvSpPr>
          <p:cNvPr id="1048602" name="Left content"/>
          <p:cNvSpPr txBox="1"/>
          <p:nvPr/>
        </p:nvSpPr>
        <p:spPr>
          <a:xfrm>
            <a:off x="548640" y="1965960"/>
            <a:ext cx="6949440" cy="4480560"/>
          </a:xfrm>
          <a:prstGeom prst="rect"/>
          <a:noFill/>
        </p:spPr>
        <p:txBody>
          <a:bodyPr anchor="t" bIns="0" lIns="0" rIns="0" rtlCol="0" tIns="0" wrap="square"/>
          <a:p>
            <a:pPr indent="0" marL="0">
              <a:spcAft>
                <a:spcPts val="400"/>
              </a:spcAft>
              <a:buNone/>
            </a:pPr>
            <a:r>
              <a:rPr b="1" dirty="0" sz="1300" lang="en-US">
                <a:solidFill>
                  <a:srgbClr val="4F46E5"/>
                </a:solidFill>
              </a:rPr>
              <a:t>PROBLEM STATEMENT</a:t>
            </a:r>
            <a:endParaRPr dirty="0" sz="1300" lang="en-US"/>
          </a:p>
          <a:p>
            <a:pPr indent="0" marL="0">
              <a:spcAft>
                <a:spcPts val="1400"/>
              </a:spcAft>
              <a:buNone/>
            </a:pPr>
            <a:r>
              <a:rPr dirty="0" sz="1800" lang="en-US">
                <a:solidFill>
                  <a:srgbClr val="0F172A"/>
                </a:solidFill>
              </a:rPr>
              <a:t>Business users ask plain-English questions such as “Which schools had falling enrolment last year?” Build an agent that explores a database, writes and executes SQL, checks its results, and returns the correct answer or acknowledges that it cannot answer.</a:t>
            </a:r>
            <a:endParaRPr dirty="0" sz="1300" lang="en-US"/>
          </a:p>
          <a:p>
            <a:pPr indent="0" marL="0">
              <a:spcAft>
                <a:spcPts val="400"/>
              </a:spcAft>
              <a:buNone/>
            </a:pPr>
            <a:r>
              <a:rPr b="1" dirty="0" sz="1300" lang="en-US">
                <a:solidFill>
                  <a:srgbClr val="4F46E5"/>
                </a:solidFill>
              </a:rPr>
              <a:t>EXPLANATION</a:t>
            </a:r>
            <a:endParaRPr dirty="0" sz="1300" lang="en-US"/>
          </a:p>
          <a:p>
            <a:pPr indent="0" marL="0">
              <a:spcAft>
                <a:spcPts val="800"/>
              </a:spcAft>
              <a:buNone/>
            </a:pPr>
            <a:r>
              <a:rPr dirty="0" sz="1800" lang="en-US">
                <a:solidFill>
                  <a:srgbClr val="334155"/>
                </a:solidFill>
              </a:rPr>
              <a:t>Real databases have cryptic column names, dirty values (“N/A”, mixed date formats), duplicated information and unstated business rules. A plausible but wrong answer is worse than none, so the agent must validate queries with row counts, value checks and similar methods.</a:t>
            </a:r>
            <a:endParaRPr dirty="0" sz="1300" lang="en-US"/>
          </a:p>
          <a:p>
            <a:pPr indent="0" marL="0">
              <a:spcAft>
                <a:spcPts val="800"/>
              </a:spcAft>
              <a:buNone/>
            </a:pPr>
            <a:r>
              <a:rPr dirty="0" sz="1800" lang="en-US">
                <a:solidFill>
                  <a:srgbClr val="334155"/>
                </a:solidFill>
              </a:rPr>
              <a:t>The BIRD benchmark scores answers on execution results. Restriction: only open-weight models with 8 billion parameters or fewer.</a:t>
            </a:r>
            <a:endParaRPr dirty="0" sz="1300" lang="en-US"/>
          </a:p>
        </p:txBody>
      </p:sp>
      <p:sp>
        <p:nvSpPr>
          <p:cNvPr id="1048603" name="Challenges card"/>
          <p:cNvSpPr/>
          <p:nvPr/>
        </p:nvSpPr>
        <p:spPr>
          <a:xfrm>
            <a:off x="7863840" y="1965960"/>
            <a:ext cx="3776472" cy="4480560"/>
          </a:xfrm>
          <a:prstGeom prst="roundRect">
            <a:avLst>
              <a:gd name="adj" fmla="val 2906"/>
            </a:avLst>
          </a:prstGeom>
          <a:solidFill>
            <a:schemeClr val="bg2"/>
          </a:solidFill>
          <a:ln w="12700">
            <a:solidFill>
              <a:schemeClr val="bg2"/>
            </a:solidFill>
            <a:prstDash val="solid"/>
          </a:ln>
        </p:spPr>
      </p:sp>
      <p:sp>
        <p:nvSpPr>
          <p:cNvPr id="1048604" name="Key challenges"/>
          <p:cNvSpPr txBox="1"/>
          <p:nvPr/>
        </p:nvSpPr>
        <p:spPr>
          <a:xfrm>
            <a:off x="8138160" y="2194560"/>
            <a:ext cx="3246120" cy="4023360"/>
          </a:xfrm>
          <a:prstGeom prst="rect"/>
          <a:noFill/>
        </p:spPr>
        <p:txBody>
          <a:bodyPr anchor="t" bIns="0" lIns="0" rIns="0" rtlCol="0" tIns="0" wrap="square"/>
          <a:p>
            <a:pPr indent="0" marL="0">
              <a:spcAft>
                <a:spcPts val="800"/>
              </a:spcAft>
              <a:buNone/>
            </a:pPr>
            <a:r>
              <a:rPr b="1" dirty="0" sz="1300" lang="en-US">
                <a:solidFill>
                  <a:srgbClr val="4F46E5"/>
                </a:solidFill>
              </a:rPr>
              <a:t>KEY CHALLENGES</a:t>
            </a:r>
            <a:endParaRPr dirty="0" sz="1300" lang="en-US"/>
          </a:p>
          <a:p>
            <a:pPr indent="-342900" marL="342900">
              <a:spcAft>
                <a:spcPts val="800"/>
              </a:spcAft>
              <a:buSzPct val="100000"/>
              <a:buChar char="•"/>
            </a:pPr>
            <a:r>
              <a:rPr dirty="0" sz="1700" lang="en-US">
                <a:solidFill>
                  <a:srgbClr val="0F172A"/>
                </a:solidFill>
              </a:rPr>
              <a:t>Identifying the correct tables and columns</a:t>
            </a:r>
            <a:endParaRPr dirty="0" sz="1300" lang="en-US"/>
          </a:p>
          <a:p>
            <a:pPr indent="-342900" marL="342900">
              <a:spcAft>
                <a:spcPts val="800"/>
              </a:spcAft>
              <a:buSzPct val="100000"/>
              <a:buChar char="•"/>
            </a:pPr>
            <a:r>
              <a:rPr dirty="0" sz="1700" lang="en-US">
                <a:solidFill>
                  <a:srgbClr val="0F172A"/>
                </a:solidFill>
              </a:rPr>
              <a:t>Handling dirty values and external knowledge</a:t>
            </a:r>
            <a:endParaRPr dirty="0" sz="1300" lang="en-US"/>
          </a:p>
          <a:p>
            <a:pPr indent="-342900" marL="342900">
              <a:spcAft>
                <a:spcPts val="800"/>
              </a:spcAft>
              <a:buSzPct val="100000"/>
              <a:buChar char="•"/>
            </a:pPr>
            <a:r>
              <a:rPr dirty="0" sz="1700" lang="en-US">
                <a:solidFill>
                  <a:srgbClr val="0F172A"/>
                </a:solidFill>
              </a:rPr>
              <a:t>Checking results before answering</a:t>
            </a:r>
            <a:endParaRPr dirty="0" sz="1300" lang="en-US"/>
          </a:p>
          <a:p>
            <a:pPr indent="-342900" marL="342900">
              <a:spcAft>
                <a:spcPts val="800"/>
              </a:spcAft>
              <a:buSzPct val="100000"/>
              <a:buChar char="•"/>
            </a:pPr>
            <a:r>
              <a:rPr dirty="0" sz="1700" lang="en-US">
                <a:solidFill>
                  <a:srgbClr val="0F172A"/>
                </a:solidFill>
              </a:rPr>
              <a:t>Recognising questions the data cannot answer</a:t>
            </a:r>
            <a:endParaRPr dirty="0" sz="1300"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44" name=""/>
        <p:cNvGrpSpPr/>
        <p:nvPr/>
      </p:nvGrpSpPr>
      <p:grpSpPr>
        <a:xfrm>
          <a:off x="0" y="0"/>
          <a:ext cx="0" cy="0"/>
          <a:chOff x="0" y="0"/>
          <a:chExt cx="0" cy="0"/>
        </a:xfrm>
      </p:grpSpPr>
      <p:sp>
        <p:nvSpPr>
          <p:cNvPr id="1048608" name="ID chip"/>
          <p:cNvSpPr txBox="1"/>
          <p:nvPr/>
        </p:nvSpPr>
        <p:spPr>
          <a:xfrm>
            <a:off x="548640" y="384048"/>
            <a:ext cx="1097280" cy="365760"/>
          </a:xfrm>
          <a:prstGeom prst="rect"/>
          <a:solidFill>
            <a:srgbClr val="4F46E5"/>
          </a:solidFill>
        </p:spPr>
        <p:txBody>
          <a:bodyPr anchor="ctr" rtlCol="0" wrap="square"/>
          <a:p>
            <a:pPr algn="ctr" indent="0" marL="0">
              <a:buNone/>
            </a:pPr>
            <a:r>
              <a:rPr b="1" dirty="0" sz="1600" lang="en-US">
                <a:solidFill>
                  <a:srgbClr val="FFFFFF"/>
                </a:solidFill>
              </a:rPr>
              <a:t>AI-03</a:t>
            </a:r>
            <a:endParaRPr dirty="0" sz="1600" lang="en-US"/>
          </a:p>
        </p:txBody>
      </p:sp>
      <p:sp>
        <p:nvSpPr>
          <p:cNvPr id="1048609" name="Track label"/>
          <p:cNvSpPr txBox="1"/>
          <p:nvPr/>
        </p:nvSpPr>
        <p:spPr>
          <a:xfrm>
            <a:off x="1783080" y="384048"/>
            <a:ext cx="7315200" cy="365760"/>
          </a:xfrm>
          <a:prstGeom prst="rect"/>
          <a:noFill/>
        </p:spPr>
        <p:txBody>
          <a:bodyPr anchor="ctr" bIns="0" lIns="0" rIns="0" rtlCol="0" tIns="0" wrap="square"/>
          <a:p>
            <a:pPr indent="0" marL="0">
              <a:buNone/>
            </a:pPr>
            <a:r>
              <a:rPr dirty="0" sz="1400" lang="en-US">
                <a:solidFill>
                  <a:srgbClr val="475569"/>
                </a:solidFill>
              </a:rPr>
              <a:t>Track 01 · AI &amp; Machine Learning</a:t>
            </a:r>
            <a:endParaRPr dirty="0" sz="1400" lang="en-US"/>
          </a:p>
        </p:txBody>
      </p:sp>
      <p:sp>
        <p:nvSpPr>
          <p:cNvPr id="1048610" name="Text 0"/>
          <p:cNvSpPr/>
          <p:nvPr>
            <p:ph type="title" idx="100" hasCustomPrompt="1"/>
          </p:nvPr>
        </p:nvSpPr>
        <p:spPr>
          <a:xfrm>
            <a:off x="548640" y="868680"/>
            <a:ext cx="11064240" cy="914400"/>
          </a:xfrm>
          <a:prstGeom prst="rect"/>
          <a:noFill/>
        </p:spPr>
        <p:txBody>
          <a:bodyPr anchor="t" bIns="0" lIns="0" rIns="0" rtlCol="0" tIns="0" wrap="square"/>
          <a:p>
            <a:pPr algn="l" indent="0" marL="0">
              <a:buNone/>
            </a:pPr>
            <a:r>
              <a:rPr b="1" dirty="0" sz="2800" lang="en-US">
                <a:solidFill>
                  <a:schemeClr val="tx1"/>
                </a:solidFill>
              </a:rPr>
              <a:t>Interactive Knowledge Base — Topic-Augmented Knowledge Graph Builder</a:t>
            </a:r>
            <a:endParaRPr dirty="0" sz="2800" lang="en-US"/>
          </a:p>
        </p:txBody>
      </p:sp>
      <p:sp>
        <p:nvSpPr>
          <p:cNvPr id="1048611" name="Left content"/>
          <p:cNvSpPr txBox="1"/>
          <p:nvPr/>
        </p:nvSpPr>
        <p:spPr>
          <a:xfrm>
            <a:off x="548640" y="1965960"/>
            <a:ext cx="6949440" cy="4480560"/>
          </a:xfrm>
          <a:prstGeom prst="rect"/>
          <a:noFill/>
        </p:spPr>
        <p:txBody>
          <a:bodyPr anchor="t" bIns="0" lIns="0" rIns="0" rtlCol="0" tIns="0" wrap="square"/>
          <a:p>
            <a:pPr indent="0" marL="0">
              <a:spcAft>
                <a:spcPts val="400"/>
              </a:spcAft>
              <a:buNone/>
            </a:pPr>
            <a:r>
              <a:rPr b="1" dirty="0" sz="1300" lang="en-US">
                <a:solidFill>
                  <a:srgbClr val="4F46E5"/>
                </a:solidFill>
              </a:rPr>
              <a:t>PROBLEM STATEMENT</a:t>
            </a:r>
            <a:endParaRPr dirty="0" sz="1300" lang="en-US"/>
          </a:p>
          <a:p>
            <a:pPr indent="0" marL="0">
              <a:spcAft>
                <a:spcPts val="1400"/>
              </a:spcAft>
              <a:buNone/>
            </a:pPr>
            <a:r>
              <a:rPr dirty="0" sz="1800" lang="en-US">
                <a:solidFill>
                  <a:srgbClr val="0F172A"/>
                </a:solidFill>
              </a:rPr>
              <a:t>Vector search struggles with broad questions (“What are the main themes across these documents?”) and with chains of related facts. Build a system that ingests unstructured documents (PDFs, text), extracts entities, groups them into themes, maps their connections in a knowledge graph, and uses a query router to answer both thematic and specific factual questions.</a:t>
            </a:r>
            <a:endParaRPr dirty="0" sz="1300" lang="en-US"/>
          </a:p>
          <a:p>
            <a:pPr indent="0" marL="0">
              <a:spcAft>
                <a:spcPts val="400"/>
              </a:spcAft>
              <a:buNone/>
            </a:pPr>
            <a:r>
              <a:rPr b="1" dirty="0" sz="1300" lang="en-US">
                <a:solidFill>
                  <a:srgbClr val="4F46E5"/>
                </a:solidFill>
              </a:rPr>
              <a:t>EXPLANATION</a:t>
            </a:r>
            <a:endParaRPr dirty="0" sz="1300" lang="en-US"/>
          </a:p>
          <a:p>
            <a:pPr indent="0" marL="0">
              <a:spcAft>
                <a:spcPts val="800"/>
              </a:spcAft>
              <a:buNone/>
            </a:pPr>
            <a:r>
              <a:rPr dirty="0" sz="1800" lang="en-US">
                <a:solidFill>
                  <a:srgbClr val="334155"/>
                </a:solidFill>
              </a:rPr>
              <a:t>Deliverables: (1) ingestion pipeline extracting topics and triples; (2) embedded graph database (e.g. Neo4j) alongside a vector database (e.g. ChromaDB); (3) hybrid retrieval routing between topic communities and local graph relationships; (4) grounded answer generator; (5) split-screen Streamlit or React app.</a:t>
            </a:r>
            <a:endParaRPr dirty="0" sz="1300" lang="en-US"/>
          </a:p>
          <a:p>
            <a:pPr indent="0" marL="0">
              <a:spcAft>
                <a:spcPts val="800"/>
              </a:spcAft>
              <a:buNone/>
            </a:pPr>
            <a:r>
              <a:rPr dirty="0" sz="1800" lang="en-US">
                <a:solidFill>
                  <a:srgbClr val="334155"/>
                </a:solidFill>
              </a:rPr>
              <a:t>Left: document uploader and chat box. Right: interactive, clickable node-link graph (pyvis, react-force-graph) that zooms to and highlights the topic cluster, documents and relationship paths behind each answer.</a:t>
            </a:r>
            <a:endParaRPr dirty="0" sz="1300" lang="en-US"/>
          </a:p>
        </p:txBody>
      </p:sp>
      <p:sp>
        <p:nvSpPr>
          <p:cNvPr id="1048612" name="Challenges card"/>
          <p:cNvSpPr/>
          <p:nvPr/>
        </p:nvSpPr>
        <p:spPr>
          <a:xfrm>
            <a:off x="7863840" y="1965960"/>
            <a:ext cx="3776472" cy="4480560"/>
          </a:xfrm>
          <a:prstGeom prst="roundRect">
            <a:avLst>
              <a:gd name="adj" fmla="val 2906"/>
            </a:avLst>
          </a:prstGeom>
          <a:solidFill>
            <a:schemeClr val="bg2"/>
          </a:solidFill>
          <a:ln w="12700">
            <a:solidFill>
              <a:schemeClr val="bg2"/>
            </a:solidFill>
            <a:prstDash val="solid"/>
          </a:ln>
        </p:spPr>
      </p:sp>
      <p:sp>
        <p:nvSpPr>
          <p:cNvPr id="1048613" name="Key challenges"/>
          <p:cNvSpPr txBox="1"/>
          <p:nvPr/>
        </p:nvSpPr>
        <p:spPr>
          <a:xfrm>
            <a:off x="8138160" y="2194560"/>
            <a:ext cx="3246120" cy="4023360"/>
          </a:xfrm>
          <a:prstGeom prst="rect"/>
          <a:noFill/>
        </p:spPr>
        <p:txBody>
          <a:bodyPr anchor="t" bIns="0" lIns="0" rIns="0" rtlCol="0" tIns="0" wrap="square"/>
          <a:p>
            <a:pPr indent="0" marL="0">
              <a:spcAft>
                <a:spcPts val="800"/>
              </a:spcAft>
              <a:buNone/>
            </a:pPr>
            <a:r>
              <a:rPr b="1" dirty="0" sz="1300" lang="en-US">
                <a:solidFill>
                  <a:srgbClr val="4F46E5"/>
                </a:solidFill>
              </a:rPr>
              <a:t>KEY CHALLENGES</a:t>
            </a:r>
            <a:endParaRPr dirty="0" sz="1300" lang="en-US"/>
          </a:p>
          <a:p>
            <a:pPr indent="-342900" marL="342900">
              <a:spcAft>
                <a:spcPts val="800"/>
              </a:spcAft>
              <a:buSzPct val="100000"/>
              <a:buChar char="•"/>
            </a:pPr>
            <a:r>
              <a:rPr dirty="0" sz="1700" lang="en-US">
                <a:solidFill>
                  <a:srgbClr val="0F172A"/>
                </a:solidFill>
              </a:rPr>
              <a:t>Accurately extracting entities and relationships from text</a:t>
            </a:r>
            <a:endParaRPr dirty="0" sz="1300" lang="en-US"/>
          </a:p>
          <a:p>
            <a:pPr indent="-342900" marL="342900">
              <a:spcAft>
                <a:spcPts val="800"/>
              </a:spcAft>
              <a:buSzPct val="100000"/>
              <a:buChar char="•"/>
            </a:pPr>
            <a:r>
              <a:rPr dirty="0" sz="1700" lang="en-US">
                <a:solidFill>
                  <a:srgbClr val="0F172A"/>
                </a:solidFill>
              </a:rPr>
              <a:t>Grouping entities into meaningful themes and communities</a:t>
            </a:r>
            <a:endParaRPr dirty="0" sz="1300" lang="en-US"/>
          </a:p>
          <a:p>
            <a:pPr indent="-342900" marL="342900">
              <a:spcAft>
                <a:spcPts val="800"/>
              </a:spcAft>
              <a:buSzPct val="100000"/>
              <a:buChar char="•"/>
            </a:pPr>
            <a:r>
              <a:rPr dirty="0" sz="1700" lang="en-US">
                <a:solidFill>
                  <a:srgbClr val="0F172A"/>
                </a:solidFill>
              </a:rPr>
              <a:t>Routing questions to thematic or local factual retrieval</a:t>
            </a:r>
            <a:endParaRPr dirty="0" sz="1300" lang="en-US"/>
          </a:p>
          <a:p>
            <a:pPr indent="-342900" marL="342900">
              <a:spcAft>
                <a:spcPts val="800"/>
              </a:spcAft>
              <a:buSzPct val="100000"/>
              <a:buChar char="•"/>
            </a:pPr>
            <a:r>
              <a:rPr dirty="0" sz="1700" lang="en-US">
                <a:solidFill>
                  <a:srgbClr val="0F172A"/>
                </a:solidFill>
              </a:rPr>
              <a:t>Showing the exact graph path supporting every answer</a:t>
            </a:r>
            <a:endParaRPr dirty="0" sz="1300"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47" name=""/>
        <p:cNvGrpSpPr/>
        <p:nvPr/>
      </p:nvGrpSpPr>
      <p:grpSpPr>
        <a:xfrm>
          <a:off x="0" y="0"/>
          <a:ext cx="0" cy="0"/>
          <a:chOff x="0" y="0"/>
          <a:chExt cx="0" cy="0"/>
        </a:xfrm>
      </p:grpSpPr>
      <p:sp>
        <p:nvSpPr>
          <p:cNvPr id="1048617" name="ID chip"/>
          <p:cNvSpPr txBox="1"/>
          <p:nvPr/>
        </p:nvSpPr>
        <p:spPr>
          <a:xfrm>
            <a:off x="548640" y="384048"/>
            <a:ext cx="1097280" cy="365760"/>
          </a:xfrm>
          <a:prstGeom prst="rect"/>
          <a:solidFill>
            <a:srgbClr val="4F46E5"/>
          </a:solidFill>
        </p:spPr>
        <p:txBody>
          <a:bodyPr anchor="ctr" rtlCol="0" wrap="square"/>
          <a:p>
            <a:pPr algn="ctr" indent="0" marL="0">
              <a:buNone/>
            </a:pPr>
            <a:r>
              <a:rPr b="1" dirty="0" sz="1600" lang="en-US">
                <a:solidFill>
                  <a:srgbClr val="FFFFFF"/>
                </a:solidFill>
              </a:rPr>
              <a:t>AI-04</a:t>
            </a:r>
            <a:endParaRPr dirty="0" sz="1600" lang="en-US"/>
          </a:p>
        </p:txBody>
      </p:sp>
      <p:sp>
        <p:nvSpPr>
          <p:cNvPr id="1048618" name="Track label"/>
          <p:cNvSpPr txBox="1"/>
          <p:nvPr/>
        </p:nvSpPr>
        <p:spPr>
          <a:xfrm>
            <a:off x="1783080" y="384048"/>
            <a:ext cx="7315200" cy="365760"/>
          </a:xfrm>
          <a:prstGeom prst="rect"/>
          <a:noFill/>
        </p:spPr>
        <p:txBody>
          <a:bodyPr anchor="ctr" bIns="0" lIns="0" rIns="0" rtlCol="0" tIns="0" wrap="square"/>
          <a:p>
            <a:pPr indent="0" marL="0">
              <a:buNone/>
            </a:pPr>
            <a:r>
              <a:rPr dirty="0" sz="1400" lang="en-US">
                <a:solidFill>
                  <a:srgbClr val="475569"/>
                </a:solidFill>
              </a:rPr>
              <a:t>Track 01 · AI &amp; Machine Learning</a:t>
            </a:r>
            <a:endParaRPr dirty="0" sz="1400" lang="en-US"/>
          </a:p>
        </p:txBody>
      </p:sp>
      <p:sp>
        <p:nvSpPr>
          <p:cNvPr id="1048619" name="Text 0"/>
          <p:cNvSpPr/>
          <p:nvPr>
            <p:ph type="title" idx="100" hasCustomPrompt="1"/>
          </p:nvPr>
        </p:nvSpPr>
        <p:spPr>
          <a:xfrm>
            <a:off x="548640" y="868680"/>
            <a:ext cx="11064240" cy="914400"/>
          </a:xfrm>
          <a:prstGeom prst="rect"/>
          <a:noFill/>
        </p:spPr>
        <p:txBody>
          <a:bodyPr anchor="t" bIns="0" lIns="0" rIns="0" rtlCol="0" tIns="0" wrap="square"/>
          <a:p>
            <a:pPr algn="l" indent="0" marL="0">
              <a:buNone/>
            </a:pPr>
            <a:r>
              <a:rPr b="1" dirty="0" sz="2800" lang="en-US">
                <a:solidFill>
                  <a:schemeClr val="tx1"/>
                </a:solidFill>
              </a:rPr>
              <a:t>RAG Evaluation Pipeline — Retriever and Generator Tested Apart</a:t>
            </a:r>
            <a:endParaRPr dirty="0" sz="2800" lang="en-US"/>
          </a:p>
        </p:txBody>
      </p:sp>
      <p:sp>
        <p:nvSpPr>
          <p:cNvPr id="1048620" name="Left content"/>
          <p:cNvSpPr txBox="1"/>
          <p:nvPr/>
        </p:nvSpPr>
        <p:spPr>
          <a:xfrm>
            <a:off x="548640" y="1965960"/>
            <a:ext cx="6949440" cy="4480560"/>
          </a:xfrm>
          <a:prstGeom prst="rect"/>
          <a:noFill/>
        </p:spPr>
        <p:txBody>
          <a:bodyPr anchor="t" bIns="0" lIns="0" rIns="0" rtlCol="0" tIns="0" wrap="square"/>
          <a:p>
            <a:pPr indent="0" marL="0">
              <a:spcAft>
                <a:spcPts val="400"/>
              </a:spcAft>
              <a:buNone/>
            </a:pPr>
            <a:r>
              <a:rPr b="1" dirty="0" sz="1300" lang="en-US">
                <a:solidFill>
                  <a:srgbClr val="4F46E5"/>
                </a:solidFill>
              </a:rPr>
              <a:t>PROBLEM STATEMENT</a:t>
            </a:r>
            <a:endParaRPr dirty="0" sz="1300" lang="en-US"/>
          </a:p>
          <a:p>
            <a:pPr indent="0" marL="0">
              <a:spcAft>
                <a:spcPts val="1400"/>
              </a:spcAft>
              <a:buNone/>
            </a:pPr>
            <a:r>
              <a:rPr dirty="0" sz="1800" lang="en-US">
                <a:solidFill>
                  <a:srgbClr val="0F172A"/>
                </a:solidFill>
              </a:rPr>
              <a:t>Build an automated pipeline that evaluates a Retrieval-Augmented Generation system by separating retrieval from answer generation. It must show whether a wrong response came from retrieving the wrong chunks or from the model hallucinating despite relevant context.</a:t>
            </a:r>
            <a:endParaRPr dirty="0" sz="1300" lang="en-US"/>
          </a:p>
          <a:p>
            <a:pPr indent="0" marL="0">
              <a:spcAft>
                <a:spcPts val="400"/>
              </a:spcAft>
              <a:buNone/>
            </a:pPr>
            <a:r>
              <a:rPr b="1" dirty="0" sz="1300" lang="en-US">
                <a:solidFill>
                  <a:srgbClr val="4F46E5"/>
                </a:solidFill>
              </a:rPr>
              <a:t>EXPLANATION</a:t>
            </a:r>
            <a:endParaRPr dirty="0" sz="1300" lang="en-US"/>
          </a:p>
          <a:p>
            <a:pPr indent="0" marL="0">
              <a:spcAft>
                <a:spcPts val="800"/>
              </a:spcAft>
              <a:buNone/>
            </a:pPr>
            <a:r>
              <a:rPr dirty="0" sz="1800" lang="en-US">
                <a:solidFill>
                  <a:srgbClr val="334155"/>
                </a:solidFill>
              </a:rPr>
              <a:t>Retriever and generator are evaluated independently, and the full system end to end. Deliverables: (1) scoring backend for context relevance, faithfulness and answer accuracy; (2) synthetic test-question generator from uploaded documents; (3) automated root-cause report for each failure; (4) clean single-screen dashboard.</a:t>
            </a:r>
            <a:endParaRPr dirty="0" sz="1300" lang="en-US"/>
          </a:p>
          <a:p>
            <a:pPr indent="0" marL="0">
              <a:spcAft>
                <a:spcPts val="800"/>
              </a:spcAft>
              <a:buNone/>
            </a:pPr>
            <a:r>
              <a:rPr dirty="0" sz="1800" lang="en-US">
                <a:solidFill>
                  <a:srgbClr val="334155"/>
                </a:solidFill>
              </a:rPr>
              <a:t>Users upload documents or enter a query, inspect retrieved text beside the final answer, and view colour-coded scorecards: green for accurate, red for hallucinated or missing information.</a:t>
            </a:r>
            <a:endParaRPr dirty="0" sz="1300" lang="en-US"/>
          </a:p>
        </p:txBody>
      </p:sp>
      <p:sp>
        <p:nvSpPr>
          <p:cNvPr id="1048621" name="Challenges card"/>
          <p:cNvSpPr/>
          <p:nvPr/>
        </p:nvSpPr>
        <p:spPr>
          <a:xfrm>
            <a:off x="7863840" y="1965960"/>
            <a:ext cx="3776472" cy="4480560"/>
          </a:xfrm>
          <a:prstGeom prst="roundRect">
            <a:avLst>
              <a:gd name="adj" fmla="val 2906"/>
            </a:avLst>
          </a:prstGeom>
          <a:solidFill>
            <a:schemeClr val="bg2"/>
          </a:solidFill>
          <a:ln w="12700">
            <a:solidFill>
              <a:schemeClr val="bg2"/>
            </a:solidFill>
            <a:prstDash val="solid"/>
          </a:ln>
        </p:spPr>
      </p:sp>
      <p:sp>
        <p:nvSpPr>
          <p:cNvPr id="1048622" name="Key challenges"/>
          <p:cNvSpPr txBox="1"/>
          <p:nvPr/>
        </p:nvSpPr>
        <p:spPr>
          <a:xfrm>
            <a:off x="8138160" y="2194560"/>
            <a:ext cx="3246120" cy="4023360"/>
          </a:xfrm>
          <a:prstGeom prst="rect"/>
          <a:noFill/>
        </p:spPr>
        <p:txBody>
          <a:bodyPr anchor="t" bIns="0" lIns="0" rIns="0" rtlCol="0" tIns="0" wrap="square"/>
          <a:p>
            <a:pPr indent="0" marL="0">
              <a:spcAft>
                <a:spcPts val="800"/>
              </a:spcAft>
              <a:buNone/>
            </a:pPr>
            <a:r>
              <a:rPr b="1" dirty="0" sz="1300" lang="en-US">
                <a:solidFill>
                  <a:srgbClr val="4F46E5"/>
                </a:solidFill>
              </a:rPr>
              <a:t>KEY CHALLENGES</a:t>
            </a:r>
            <a:endParaRPr dirty="0" sz="1300" lang="en-US"/>
          </a:p>
          <a:p>
            <a:pPr indent="-342900" marL="342900">
              <a:spcAft>
                <a:spcPts val="800"/>
              </a:spcAft>
              <a:buSzPct val="100000"/>
              <a:buChar char="•"/>
            </a:pPr>
            <a:r>
              <a:rPr dirty="0" sz="1700" lang="en-US">
                <a:solidFill>
                  <a:srgbClr val="0F172A"/>
                </a:solidFill>
              </a:rPr>
              <a:t>Evaluating retriever and generator independently and end to end</a:t>
            </a:r>
            <a:endParaRPr dirty="0" sz="1300" lang="en-US"/>
          </a:p>
          <a:p>
            <a:pPr indent="-342900" marL="342900">
              <a:spcAft>
                <a:spcPts val="800"/>
              </a:spcAft>
              <a:buSzPct val="100000"/>
              <a:buChar char="•"/>
            </a:pPr>
            <a:r>
              <a:rPr dirty="0" sz="1700" lang="en-US">
                <a:solidFill>
                  <a:srgbClr val="0F172A"/>
                </a:solidFill>
              </a:rPr>
              <a:t>Generating realistic synthetic questions with known answers</a:t>
            </a:r>
            <a:endParaRPr dirty="0" sz="1300" lang="en-US"/>
          </a:p>
          <a:p>
            <a:pPr indent="-342900" marL="342900">
              <a:spcAft>
                <a:spcPts val="800"/>
              </a:spcAft>
              <a:buSzPct val="100000"/>
              <a:buChar char="•"/>
            </a:pPr>
            <a:r>
              <a:rPr dirty="0" sz="1700" lang="en-US">
                <a:solidFill>
                  <a:srgbClr val="0F172A"/>
                </a:solidFill>
              </a:rPr>
              <a:t>Distinguishing retrieval failures from hallucinations</a:t>
            </a:r>
            <a:endParaRPr dirty="0" sz="1300" lang="en-US"/>
          </a:p>
          <a:p>
            <a:pPr indent="-342900" marL="342900">
              <a:spcAft>
                <a:spcPts val="800"/>
              </a:spcAft>
              <a:buSzPct val="100000"/>
              <a:buChar char="•"/>
            </a:pPr>
            <a:r>
              <a:rPr dirty="0" sz="1700" lang="en-US">
                <a:solidFill>
                  <a:srgbClr val="0F172A"/>
                </a:solidFill>
              </a:rPr>
              <a:t>Presenting the diagnosis clearly on a single screen</a:t>
            </a:r>
            <a:endParaRPr dirty="0" sz="1300"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50" name=""/>
        <p:cNvGrpSpPr/>
        <p:nvPr/>
      </p:nvGrpSpPr>
      <p:grpSpPr>
        <a:xfrm>
          <a:off x="0" y="0"/>
          <a:ext cx="0" cy="0"/>
          <a:chOff x="0" y="0"/>
          <a:chExt cx="0" cy="0"/>
        </a:xfrm>
      </p:grpSpPr>
      <p:sp>
        <p:nvSpPr>
          <p:cNvPr id="1048626" name="Track chip"/>
          <p:cNvSpPr txBox="1"/>
          <p:nvPr/>
        </p:nvSpPr>
        <p:spPr>
          <a:xfrm>
            <a:off x="731520" y="914400"/>
            <a:ext cx="1554480" cy="411480"/>
          </a:xfrm>
          <a:prstGeom prst="rect"/>
          <a:solidFill>
            <a:srgbClr val="7C3AED"/>
          </a:solidFill>
        </p:spPr>
        <p:txBody>
          <a:bodyPr anchor="ctr" rtlCol="0" wrap="square"/>
          <a:p>
            <a:pPr algn="ctr" indent="0" marL="0">
              <a:buNone/>
            </a:pPr>
            <a:r>
              <a:rPr b="1" dirty="0" sz="1800" lang="en-US">
                <a:solidFill>
                  <a:srgbClr val="FFFFFF"/>
                </a:solidFill>
              </a:rPr>
              <a:t>TRACK 02</a:t>
            </a:r>
            <a:endParaRPr dirty="0" sz="1800" lang="en-US"/>
          </a:p>
        </p:txBody>
      </p:sp>
      <p:sp>
        <p:nvSpPr>
          <p:cNvPr id="1048627" name="Text 0"/>
          <p:cNvSpPr/>
          <p:nvPr>
            <p:ph type="title" idx="100" hasCustomPrompt="1"/>
          </p:nvPr>
        </p:nvSpPr>
        <p:spPr>
          <a:xfrm>
            <a:off x="731520" y="1463040"/>
            <a:ext cx="10698480" cy="1097280"/>
          </a:xfrm>
          <a:prstGeom prst="rect"/>
          <a:noFill/>
        </p:spPr>
        <p:txBody>
          <a:bodyPr anchor="ctr" bIns="0" lIns="0" rIns="0" rtlCol="0" tIns="0" wrap="square"/>
          <a:p>
            <a:pPr algn="l" indent="0" marL="0">
              <a:buNone/>
            </a:pPr>
            <a:r>
              <a:rPr b="1" dirty="0" sz="4800" lang="en-US">
                <a:solidFill>
                  <a:schemeClr val="bg1"/>
                </a:solidFill>
              </a:rPr>
              <a:t>Web3 &amp; Blockchain</a:t>
            </a:r>
            <a:endParaRPr dirty="0" sz="4800" lang="en-US"/>
          </a:p>
        </p:txBody>
      </p:sp>
      <p:sp>
        <p:nvSpPr>
          <p:cNvPr id="1048628" name="PS list"/>
          <p:cNvSpPr txBox="1"/>
          <p:nvPr/>
        </p:nvSpPr>
        <p:spPr>
          <a:xfrm>
            <a:off x="731520" y="3017520"/>
            <a:ext cx="10698480" cy="3108960"/>
          </a:xfrm>
          <a:prstGeom prst="rect"/>
          <a:noFill/>
        </p:spPr>
        <p:txBody>
          <a:bodyPr anchor="t" bIns="0" lIns="0" rIns="0" rtlCol="0" tIns="0" wrap="square"/>
          <a:p>
            <a:pPr indent="0" marL="0">
              <a:spcAft>
                <a:spcPts val="1000"/>
              </a:spcAft>
              <a:buNone/>
            </a:pPr>
            <a:r>
              <a:rPr b="1" dirty="0" sz="2000" lang="en-US">
                <a:solidFill>
                  <a:srgbClr val="FFFFFF"/>
                </a:solidFill>
              </a:rPr>
              <a:t>W3-01   </a:t>
            </a:r>
            <a:r>
              <a:rPr dirty="0" sz="2000" lang="en-US">
                <a:solidFill>
                  <a:srgbClr val="CBD5E1"/>
                </a:solidFill>
              </a:rPr>
              <a:t>Zero-Knowledge Eligibility Credentials</a:t>
            </a:r>
            <a:endParaRPr dirty="0" sz="2000" lang="en-US"/>
          </a:p>
          <a:p>
            <a:pPr indent="0" marL="0">
              <a:spcAft>
                <a:spcPts val="1000"/>
              </a:spcAft>
              <a:buNone/>
            </a:pPr>
            <a:r>
              <a:rPr b="1" dirty="0" sz="2000" lang="en-US">
                <a:solidFill>
                  <a:srgbClr val="FFFFFF"/>
                </a:solidFill>
              </a:rPr>
              <a:t>W3-02   </a:t>
            </a:r>
            <a:r>
              <a:rPr dirty="0" sz="2000" lang="en-US">
                <a:solidFill>
                  <a:srgbClr val="CBD5E1"/>
                </a:solidFill>
              </a:rPr>
              <a:t>Agent Wallet — Letting AI Agents Pay Safely</a:t>
            </a:r>
            <a:endParaRPr dirty="0" sz="2000"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53" name=""/>
        <p:cNvGrpSpPr/>
        <p:nvPr/>
      </p:nvGrpSpPr>
      <p:grpSpPr>
        <a:xfrm>
          <a:off x="0" y="0"/>
          <a:ext cx="0" cy="0"/>
          <a:chOff x="0" y="0"/>
          <a:chExt cx="0" cy="0"/>
        </a:xfrm>
      </p:grpSpPr>
      <p:sp>
        <p:nvSpPr>
          <p:cNvPr id="1048632" name="ID chip"/>
          <p:cNvSpPr txBox="1"/>
          <p:nvPr/>
        </p:nvSpPr>
        <p:spPr>
          <a:xfrm>
            <a:off x="548640" y="384048"/>
            <a:ext cx="1097280" cy="365760"/>
          </a:xfrm>
          <a:prstGeom prst="rect"/>
          <a:solidFill>
            <a:srgbClr val="7C3AED"/>
          </a:solidFill>
        </p:spPr>
        <p:txBody>
          <a:bodyPr anchor="ctr" rtlCol="0" wrap="square"/>
          <a:p>
            <a:pPr algn="ctr" indent="0" marL="0">
              <a:buNone/>
            </a:pPr>
            <a:r>
              <a:rPr b="1" dirty="0" sz="1600" lang="en-US">
                <a:solidFill>
                  <a:srgbClr val="FFFFFF"/>
                </a:solidFill>
              </a:rPr>
              <a:t>W3-01</a:t>
            </a:r>
            <a:endParaRPr dirty="0" sz="1600" lang="en-US"/>
          </a:p>
        </p:txBody>
      </p:sp>
      <p:sp>
        <p:nvSpPr>
          <p:cNvPr id="1048633" name="Track label"/>
          <p:cNvSpPr txBox="1"/>
          <p:nvPr/>
        </p:nvSpPr>
        <p:spPr>
          <a:xfrm>
            <a:off x="1783080" y="384048"/>
            <a:ext cx="7315200" cy="365760"/>
          </a:xfrm>
          <a:prstGeom prst="rect"/>
          <a:noFill/>
        </p:spPr>
        <p:txBody>
          <a:bodyPr anchor="ctr" bIns="0" lIns="0" rIns="0" rtlCol="0" tIns="0" wrap="square"/>
          <a:p>
            <a:pPr indent="0" marL="0">
              <a:buNone/>
            </a:pPr>
            <a:r>
              <a:rPr dirty="0" sz="1400" lang="en-US">
                <a:solidFill>
                  <a:srgbClr val="475569"/>
                </a:solidFill>
              </a:rPr>
              <a:t>Track 02 · Web3 &amp; Blockchain</a:t>
            </a:r>
            <a:endParaRPr dirty="0" sz="1400" lang="en-US"/>
          </a:p>
        </p:txBody>
      </p:sp>
      <p:sp>
        <p:nvSpPr>
          <p:cNvPr id="1048634" name="Text 0"/>
          <p:cNvSpPr/>
          <p:nvPr>
            <p:ph type="title" idx="100" hasCustomPrompt="1"/>
          </p:nvPr>
        </p:nvSpPr>
        <p:spPr>
          <a:xfrm>
            <a:off x="548640" y="868680"/>
            <a:ext cx="11064240" cy="914400"/>
          </a:xfrm>
          <a:prstGeom prst="rect"/>
          <a:noFill/>
        </p:spPr>
        <p:txBody>
          <a:bodyPr anchor="t" bIns="0" lIns="0" rIns="0" rtlCol="0" tIns="0" wrap="square"/>
          <a:p>
            <a:pPr algn="l" indent="0" marL="0">
              <a:buNone/>
            </a:pPr>
            <a:r>
              <a:rPr b="1" dirty="0" sz="2800" lang="en-US">
                <a:solidFill>
                  <a:schemeClr val="tx1"/>
                </a:solidFill>
              </a:rPr>
              <a:t>Zero-Knowledge Eligibility Credentials</a:t>
            </a:r>
            <a:endParaRPr dirty="0" sz="2800" lang="en-US"/>
          </a:p>
        </p:txBody>
      </p:sp>
      <p:sp>
        <p:nvSpPr>
          <p:cNvPr id="1048635" name="Left content"/>
          <p:cNvSpPr txBox="1"/>
          <p:nvPr/>
        </p:nvSpPr>
        <p:spPr>
          <a:xfrm>
            <a:off x="548640" y="1965960"/>
            <a:ext cx="6949440" cy="4480560"/>
          </a:xfrm>
          <a:prstGeom prst="rect"/>
          <a:noFill/>
        </p:spPr>
        <p:txBody>
          <a:bodyPr anchor="t" bIns="0" lIns="0" rIns="0" rtlCol="0" tIns="0" wrap="square"/>
          <a:p>
            <a:pPr indent="0" marL="0">
              <a:spcAft>
                <a:spcPts val="400"/>
              </a:spcAft>
              <a:buNone/>
            </a:pPr>
            <a:r>
              <a:rPr b="1" dirty="0" sz="1300" lang="en-US">
                <a:solidFill>
                  <a:srgbClr val="7C3AED"/>
                </a:solidFill>
              </a:rPr>
              <a:t>PROBLEM STATEMENT</a:t>
            </a:r>
            <a:endParaRPr dirty="0" sz="1300" lang="en-US"/>
          </a:p>
          <a:p>
            <a:pPr indent="0" marL="0">
              <a:spcAft>
                <a:spcPts val="1400"/>
              </a:spcAft>
              <a:buNone/>
            </a:pPr>
            <a:r>
              <a:rPr dirty="0" sz="1800" lang="en-US">
                <a:solidFill>
                  <a:srgbClr val="0F172A"/>
                </a:solidFill>
              </a:rPr>
              <a:t>Services often demand a full identity document to prove one fact, such as being over 18, living in a particular state, or having family income below a scholarship limit. Build a system where an issuer signs a credential and the holder proves a specific fact about it to a smart contract using zero-knowledge proofs, revealing nothing else.</a:t>
            </a:r>
            <a:endParaRPr dirty="0" sz="1300" lang="en-US"/>
          </a:p>
          <a:p>
            <a:pPr indent="0" marL="0">
              <a:spcAft>
                <a:spcPts val="400"/>
              </a:spcAft>
              <a:buNone/>
            </a:pPr>
            <a:r>
              <a:rPr b="1" dirty="0" sz="1300" lang="en-US">
                <a:solidFill>
                  <a:srgbClr val="7C3AED"/>
                </a:solidFill>
              </a:rPr>
              <a:t>EXPLANATION</a:t>
            </a:r>
            <a:endParaRPr dirty="0" sz="1300" lang="en-US"/>
          </a:p>
          <a:p>
            <a:pPr indent="0" marL="0">
              <a:spcAft>
                <a:spcPts val="800"/>
              </a:spcAft>
              <a:buNone/>
            </a:pPr>
            <a:r>
              <a:rPr dirty="0" sz="1800" lang="en-US">
                <a:solidFill>
                  <a:srgbClr val="334155"/>
                </a:solidFill>
              </a:rPr>
              <a:t>The circuit, built with Circom, Noir or a similar framework, must verify the issuer's signature and the eligibility condition inside the proof. ZK-friendly signatures and hash functions can speed up proof generation.</a:t>
            </a:r>
            <a:endParaRPr dirty="0" sz="1300" lang="en-US"/>
          </a:p>
          <a:p>
            <a:pPr indent="0" marL="0">
              <a:spcAft>
                <a:spcPts val="800"/>
              </a:spcAft>
              <a:buNone/>
            </a:pPr>
            <a:r>
              <a:rPr dirty="0" sz="1800" lang="en-US">
                <a:solidFill>
                  <a:srgbClr val="334155"/>
                </a:solidFill>
              </a:rPr>
              <a:t>An under-constrained signal is a common vulnerability: it can let someone forge a proof that still passes verification. Open-source circuit libraries may be used.</a:t>
            </a:r>
            <a:endParaRPr dirty="0" sz="1300" lang="en-US"/>
          </a:p>
        </p:txBody>
      </p:sp>
      <p:sp>
        <p:nvSpPr>
          <p:cNvPr id="1048636" name="Challenges card"/>
          <p:cNvSpPr/>
          <p:nvPr/>
        </p:nvSpPr>
        <p:spPr>
          <a:xfrm>
            <a:off x="7863840" y="1965960"/>
            <a:ext cx="3776472" cy="4480560"/>
          </a:xfrm>
          <a:prstGeom prst="roundRect">
            <a:avLst>
              <a:gd name="adj" fmla="val 2906"/>
            </a:avLst>
          </a:prstGeom>
          <a:solidFill>
            <a:schemeClr val="bg2"/>
          </a:solidFill>
          <a:ln w="12700">
            <a:solidFill>
              <a:schemeClr val="bg2"/>
            </a:solidFill>
            <a:prstDash val="solid"/>
          </a:ln>
        </p:spPr>
      </p:sp>
      <p:sp>
        <p:nvSpPr>
          <p:cNvPr id="1048637" name="Key challenges"/>
          <p:cNvSpPr txBox="1"/>
          <p:nvPr/>
        </p:nvSpPr>
        <p:spPr>
          <a:xfrm>
            <a:off x="8138160" y="2194560"/>
            <a:ext cx="3246120" cy="4023360"/>
          </a:xfrm>
          <a:prstGeom prst="rect"/>
          <a:noFill/>
        </p:spPr>
        <p:txBody>
          <a:bodyPr anchor="t" bIns="0" lIns="0" rIns="0" rtlCol="0" tIns="0" wrap="square"/>
          <a:p>
            <a:pPr indent="0" marL="0">
              <a:spcAft>
                <a:spcPts val="800"/>
              </a:spcAft>
              <a:buNone/>
            </a:pPr>
            <a:r>
              <a:rPr b="1" dirty="0" sz="1300" lang="en-US">
                <a:solidFill>
                  <a:srgbClr val="7C3AED"/>
                </a:solidFill>
              </a:rPr>
              <a:t>KEY CHALLENGES</a:t>
            </a:r>
            <a:endParaRPr dirty="0" sz="1300" lang="en-US"/>
          </a:p>
          <a:p>
            <a:pPr indent="-342900" marL="342900">
              <a:spcAft>
                <a:spcPts val="800"/>
              </a:spcAft>
              <a:buSzPct val="100000"/>
              <a:buChar char="•"/>
            </a:pPr>
            <a:r>
              <a:rPr dirty="0" sz="1700" lang="en-US">
                <a:solidFill>
                  <a:srgbClr val="0F172A"/>
                </a:solidFill>
              </a:rPr>
              <a:t>Ensuring every signal is fully constrained</a:t>
            </a:r>
            <a:endParaRPr dirty="0" sz="1300" lang="en-US"/>
          </a:p>
          <a:p>
            <a:pPr indent="-342900" marL="342900">
              <a:spcAft>
                <a:spcPts val="800"/>
              </a:spcAft>
              <a:buSzPct val="100000"/>
              <a:buChar char="•"/>
            </a:pPr>
            <a:r>
              <a:rPr dirty="0" sz="1700" lang="en-US">
                <a:solidFill>
                  <a:srgbClr val="0F172A"/>
                </a:solidFill>
              </a:rPr>
              <a:t>Verifying a signature inside the circuit</a:t>
            </a:r>
            <a:endParaRPr dirty="0" sz="1300" lang="en-US"/>
          </a:p>
          <a:p>
            <a:pPr indent="-342900" marL="342900">
              <a:spcAft>
                <a:spcPts val="800"/>
              </a:spcAft>
              <a:buSzPct val="100000"/>
              <a:buChar char="•"/>
            </a:pPr>
            <a:r>
              <a:rPr dirty="0" sz="1700" lang="en-US">
                <a:solidFill>
                  <a:srgbClr val="0F172A"/>
                </a:solidFill>
              </a:rPr>
              <a:t>Making proof generation fast enough for a browser</a:t>
            </a:r>
            <a:endParaRPr dirty="0" sz="1300"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56" name=""/>
        <p:cNvGrpSpPr/>
        <p:nvPr/>
      </p:nvGrpSpPr>
      <p:grpSpPr>
        <a:xfrm>
          <a:off x="0" y="0"/>
          <a:ext cx="0" cy="0"/>
          <a:chOff x="0" y="0"/>
          <a:chExt cx="0" cy="0"/>
        </a:xfrm>
      </p:grpSpPr>
      <p:sp>
        <p:nvSpPr>
          <p:cNvPr id="1048641" name="ID chip"/>
          <p:cNvSpPr txBox="1"/>
          <p:nvPr/>
        </p:nvSpPr>
        <p:spPr>
          <a:xfrm>
            <a:off x="548640" y="384048"/>
            <a:ext cx="1097280" cy="365760"/>
          </a:xfrm>
          <a:prstGeom prst="rect"/>
          <a:solidFill>
            <a:srgbClr val="7C3AED"/>
          </a:solidFill>
        </p:spPr>
        <p:txBody>
          <a:bodyPr anchor="ctr" rtlCol="0" wrap="square"/>
          <a:p>
            <a:pPr algn="ctr" indent="0" marL="0">
              <a:buNone/>
            </a:pPr>
            <a:r>
              <a:rPr b="1" dirty="0" sz="1600" lang="en-US">
                <a:solidFill>
                  <a:srgbClr val="FFFFFF"/>
                </a:solidFill>
              </a:rPr>
              <a:t>W3-02</a:t>
            </a:r>
            <a:endParaRPr dirty="0" sz="1600" lang="en-US"/>
          </a:p>
        </p:txBody>
      </p:sp>
      <p:sp>
        <p:nvSpPr>
          <p:cNvPr id="1048642" name="Track label"/>
          <p:cNvSpPr txBox="1"/>
          <p:nvPr/>
        </p:nvSpPr>
        <p:spPr>
          <a:xfrm>
            <a:off x="1783080" y="384048"/>
            <a:ext cx="7315200" cy="365760"/>
          </a:xfrm>
          <a:prstGeom prst="rect"/>
          <a:noFill/>
        </p:spPr>
        <p:txBody>
          <a:bodyPr anchor="ctr" bIns="0" lIns="0" rIns="0" rtlCol="0" tIns="0" wrap="square"/>
          <a:p>
            <a:pPr indent="0" marL="0">
              <a:buNone/>
            </a:pPr>
            <a:r>
              <a:rPr dirty="0" sz="1400" lang="en-US">
                <a:solidFill>
                  <a:srgbClr val="475569"/>
                </a:solidFill>
              </a:rPr>
              <a:t>Track 02 · Web3 &amp; Blockchain</a:t>
            </a:r>
            <a:endParaRPr dirty="0" sz="1400" lang="en-US"/>
          </a:p>
        </p:txBody>
      </p:sp>
      <p:sp>
        <p:nvSpPr>
          <p:cNvPr id="1048643" name="Text 0"/>
          <p:cNvSpPr/>
          <p:nvPr>
            <p:ph type="title" idx="100" hasCustomPrompt="1"/>
          </p:nvPr>
        </p:nvSpPr>
        <p:spPr>
          <a:xfrm>
            <a:off x="548640" y="868680"/>
            <a:ext cx="11064240" cy="914400"/>
          </a:xfrm>
          <a:prstGeom prst="rect"/>
          <a:noFill/>
        </p:spPr>
        <p:txBody>
          <a:bodyPr anchor="t" bIns="0" lIns="0" rIns="0" rtlCol="0" tIns="0" wrap="square"/>
          <a:p>
            <a:pPr algn="l" indent="0" marL="0">
              <a:buNone/>
            </a:pPr>
            <a:r>
              <a:rPr b="1" dirty="0" sz="2800" lang="en-US">
                <a:solidFill>
                  <a:schemeClr val="tx1"/>
                </a:solidFill>
              </a:rPr>
              <a:t>Agent Wallet — Letting AI Agents Pay Safely</a:t>
            </a:r>
            <a:endParaRPr dirty="0" sz="2800" lang="en-US"/>
          </a:p>
        </p:txBody>
      </p:sp>
      <p:sp>
        <p:nvSpPr>
          <p:cNvPr id="1048644" name="Left content"/>
          <p:cNvSpPr txBox="1"/>
          <p:nvPr/>
        </p:nvSpPr>
        <p:spPr>
          <a:xfrm>
            <a:off x="548640" y="1965960"/>
            <a:ext cx="6949440" cy="4480560"/>
          </a:xfrm>
          <a:prstGeom prst="rect"/>
          <a:noFill/>
        </p:spPr>
        <p:txBody>
          <a:bodyPr anchor="t" bIns="0" lIns="0" rIns="0" rtlCol="0" tIns="0" wrap="square"/>
          <a:p>
            <a:pPr indent="0" marL="0">
              <a:spcAft>
                <a:spcPts val="400"/>
              </a:spcAft>
              <a:buNone/>
            </a:pPr>
            <a:r>
              <a:rPr b="1" dirty="0" sz="1300" lang="en-US">
                <a:solidFill>
                  <a:srgbClr val="7C3AED"/>
                </a:solidFill>
              </a:rPr>
              <a:t>PROBLEM STATEMENT</a:t>
            </a:r>
            <a:endParaRPr dirty="0" sz="1300" lang="en-US"/>
          </a:p>
          <a:p>
            <a:pPr indent="0" marL="0">
              <a:spcAft>
                <a:spcPts val="1400"/>
              </a:spcAft>
              <a:buNone/>
            </a:pPr>
            <a:r>
              <a:rPr dirty="0" sz="1800" lang="en-US">
                <a:solidFill>
                  <a:srgbClr val="0F172A"/>
                </a:solidFill>
              </a:rPr>
              <a:t>AI agents increasingly buy things for users: API credits, tickets, groceries. Build an ERC-4337 account-abstraction smart-contract wallet that gives an AI agent a key able to spend only within an owner-defined policy.</a:t>
            </a:r>
            <a:endParaRPr dirty="0" sz="1300" lang="en-US"/>
          </a:p>
          <a:p>
            <a:pPr indent="0" marL="0">
              <a:spcAft>
                <a:spcPts val="400"/>
              </a:spcAft>
              <a:buNone/>
            </a:pPr>
            <a:r>
              <a:rPr b="1" dirty="0" sz="1300" lang="en-US">
                <a:solidFill>
                  <a:srgbClr val="7C3AED"/>
                </a:solidFill>
              </a:rPr>
              <a:t>EXPLANATION</a:t>
            </a:r>
            <a:endParaRPr dirty="0" sz="1300" lang="en-US"/>
          </a:p>
          <a:p>
            <a:pPr indent="0" marL="0">
              <a:spcAft>
                <a:spcPts val="800"/>
              </a:spcAft>
              <a:buNone/>
            </a:pPr>
            <a:r>
              <a:rPr dirty="0" sz="1800" lang="en-US">
                <a:solidFill>
                  <a:srgbClr val="334155"/>
                </a:solidFill>
              </a:rPr>
              <a:t>The agent's key might leak, or a malicious webpage might manipulate the agent. The wallet's policies must hold even if the agent misbehaves.</a:t>
            </a:r>
            <a:endParaRPr dirty="0" sz="1300" lang="en-US"/>
          </a:p>
          <a:p>
            <a:pPr indent="0" marL="0">
              <a:spcAft>
                <a:spcPts val="800"/>
              </a:spcAft>
              <a:buNone/>
            </a:pPr>
            <a:r>
              <a:rPr dirty="0" sz="1800" lang="en-US">
                <a:solidFill>
                  <a:srgbClr val="334155"/>
                </a:solidFill>
              </a:rPr>
              <a:t>Policies must cover: allowed contracts and functions; per-transaction limits; daily limits; allowed recipients; permission expiry; and owner approval for transactions outside the policy. The agent can be any open model or a scripted bot.</a:t>
            </a:r>
            <a:endParaRPr dirty="0" sz="1300" lang="en-US"/>
          </a:p>
        </p:txBody>
      </p:sp>
      <p:sp>
        <p:nvSpPr>
          <p:cNvPr id="1048645" name="Challenges card"/>
          <p:cNvSpPr/>
          <p:nvPr/>
        </p:nvSpPr>
        <p:spPr>
          <a:xfrm>
            <a:off x="7863840" y="1965960"/>
            <a:ext cx="3776472" cy="4480560"/>
          </a:xfrm>
          <a:prstGeom prst="roundRect">
            <a:avLst>
              <a:gd name="adj" fmla="val 2906"/>
            </a:avLst>
          </a:prstGeom>
          <a:solidFill>
            <a:schemeClr val="bg2"/>
          </a:solidFill>
          <a:ln w="12700">
            <a:solidFill>
              <a:schemeClr val="bg2"/>
            </a:solidFill>
            <a:prstDash val="solid"/>
          </a:ln>
        </p:spPr>
      </p:sp>
      <p:sp>
        <p:nvSpPr>
          <p:cNvPr id="1048646" name="Key challenges"/>
          <p:cNvSpPr txBox="1"/>
          <p:nvPr/>
        </p:nvSpPr>
        <p:spPr>
          <a:xfrm>
            <a:off x="8138160" y="2194560"/>
            <a:ext cx="3246120" cy="4023360"/>
          </a:xfrm>
          <a:prstGeom prst="rect"/>
          <a:noFill/>
        </p:spPr>
        <p:txBody>
          <a:bodyPr anchor="t" bIns="0" lIns="0" rIns="0" rtlCol="0" tIns="0" wrap="square"/>
          <a:p>
            <a:pPr indent="0" marL="0">
              <a:spcAft>
                <a:spcPts val="800"/>
              </a:spcAft>
              <a:buNone/>
            </a:pPr>
            <a:r>
              <a:rPr b="1" dirty="0" sz="1300" lang="en-US">
                <a:solidFill>
                  <a:srgbClr val="7C3AED"/>
                </a:solidFill>
              </a:rPr>
              <a:t>KEY CHALLENGES</a:t>
            </a:r>
            <a:endParaRPr dirty="0" sz="1300" lang="en-US"/>
          </a:p>
          <a:p>
            <a:pPr indent="-342900" marL="342900">
              <a:spcAft>
                <a:spcPts val="800"/>
              </a:spcAft>
              <a:buSzPct val="100000"/>
              <a:buChar char="•"/>
            </a:pPr>
            <a:r>
              <a:rPr dirty="0" sz="1700" lang="en-US">
                <a:solidFill>
                  <a:srgbClr val="0F172A"/>
                </a:solidFill>
              </a:rPr>
              <a:t>Correctly validating signatures, nonces and chain IDs</a:t>
            </a:r>
            <a:endParaRPr dirty="0" sz="1300" lang="en-US"/>
          </a:p>
          <a:p>
            <a:pPr indent="-342900" marL="342900">
              <a:spcAft>
                <a:spcPts val="800"/>
              </a:spcAft>
              <a:buSzPct val="100000"/>
              <a:buChar char="•"/>
            </a:pPr>
            <a:r>
              <a:rPr dirty="0" sz="1700" lang="en-US">
                <a:solidFill>
                  <a:srgbClr val="0F172A"/>
                </a:solidFill>
              </a:rPr>
              <a:t>Expressing policies precisely</a:t>
            </a:r>
            <a:endParaRPr dirty="0" sz="1300" lang="en-US"/>
          </a:p>
          <a:p>
            <a:pPr indent="-342900" marL="342900">
              <a:spcAft>
                <a:spcPts val="800"/>
              </a:spcAft>
              <a:buSzPct val="100000"/>
              <a:buChar char="•"/>
            </a:pPr>
            <a:r>
              <a:rPr dirty="0" sz="1700" lang="en-US">
                <a:solidFill>
                  <a:srgbClr val="0F172A"/>
                </a:solidFill>
              </a:rPr>
              <a:t>Requiring owner approval for out-of-policy requests</a:t>
            </a:r>
            <a:endParaRPr dirty="0" sz="1300"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59" name=""/>
        <p:cNvGrpSpPr/>
        <p:nvPr/>
      </p:nvGrpSpPr>
      <p:grpSpPr>
        <a:xfrm>
          <a:off x="0" y="0"/>
          <a:ext cx="0" cy="0"/>
          <a:chOff x="0" y="0"/>
          <a:chExt cx="0" cy="0"/>
        </a:xfrm>
      </p:grpSpPr>
      <p:sp>
        <p:nvSpPr>
          <p:cNvPr id="1048650" name="Track chip"/>
          <p:cNvSpPr txBox="1"/>
          <p:nvPr/>
        </p:nvSpPr>
        <p:spPr>
          <a:xfrm>
            <a:off x="731520" y="914400"/>
            <a:ext cx="1554480" cy="411480"/>
          </a:xfrm>
          <a:prstGeom prst="rect"/>
          <a:solidFill>
            <a:srgbClr val="15803D"/>
          </a:solidFill>
        </p:spPr>
        <p:txBody>
          <a:bodyPr anchor="ctr" rtlCol="0" wrap="square"/>
          <a:p>
            <a:pPr algn="ctr" indent="0" marL="0">
              <a:buNone/>
            </a:pPr>
            <a:r>
              <a:rPr b="1" dirty="0" sz="1800" lang="en-US">
                <a:solidFill>
                  <a:srgbClr val="FFFFFF"/>
                </a:solidFill>
              </a:rPr>
              <a:t>TRACK 03</a:t>
            </a:r>
            <a:endParaRPr dirty="0" sz="1800" lang="en-US"/>
          </a:p>
        </p:txBody>
      </p:sp>
      <p:sp>
        <p:nvSpPr>
          <p:cNvPr id="1048651" name="Text 0"/>
          <p:cNvSpPr/>
          <p:nvPr>
            <p:ph type="title" idx="100" hasCustomPrompt="1"/>
          </p:nvPr>
        </p:nvSpPr>
        <p:spPr>
          <a:xfrm>
            <a:off x="731520" y="1463040"/>
            <a:ext cx="10698480" cy="1097280"/>
          </a:xfrm>
          <a:prstGeom prst="rect"/>
          <a:noFill/>
        </p:spPr>
        <p:txBody>
          <a:bodyPr anchor="ctr" bIns="0" lIns="0" rIns="0" rtlCol="0" tIns="0" wrap="square"/>
          <a:p>
            <a:pPr algn="l" indent="0" marL="0">
              <a:buNone/>
            </a:pPr>
            <a:r>
              <a:rPr b="1" dirty="0" sz="4800" lang="en-US">
                <a:solidFill>
                  <a:schemeClr val="bg1"/>
                </a:solidFill>
              </a:rPr>
              <a:t>Climate Tech</a:t>
            </a:r>
            <a:endParaRPr dirty="0" sz="4800" lang="en-US"/>
          </a:p>
        </p:txBody>
      </p:sp>
      <p:sp>
        <p:nvSpPr>
          <p:cNvPr id="1048652" name="PS list"/>
          <p:cNvSpPr txBox="1"/>
          <p:nvPr/>
        </p:nvSpPr>
        <p:spPr>
          <a:xfrm>
            <a:off x="731520" y="3017520"/>
            <a:ext cx="10698480" cy="3108960"/>
          </a:xfrm>
          <a:prstGeom prst="rect"/>
          <a:noFill/>
        </p:spPr>
        <p:txBody>
          <a:bodyPr anchor="t" bIns="0" lIns="0" rIns="0" rtlCol="0" tIns="0" wrap="square"/>
          <a:p>
            <a:pPr indent="0" marL="0">
              <a:spcAft>
                <a:spcPts val="1000"/>
              </a:spcAft>
              <a:buNone/>
            </a:pPr>
            <a:r>
              <a:rPr b="1" dirty="0" sz="2000" lang="en-US">
                <a:solidFill>
                  <a:srgbClr val="FFFFFF"/>
                </a:solidFill>
              </a:rPr>
              <a:t>CL-01   </a:t>
            </a:r>
            <a:r>
              <a:rPr dirty="0" sz="2000" lang="en-US">
                <a:solidFill>
                  <a:srgbClr val="CBD5E1"/>
                </a:solidFill>
              </a:rPr>
              <a:t>Satellite Forest-Loss Alerts</a:t>
            </a:r>
            <a:endParaRPr dirty="0" sz="2000" lang="en-US"/>
          </a:p>
          <a:p>
            <a:pPr indent="0" marL="0">
              <a:spcAft>
                <a:spcPts val="1000"/>
              </a:spcAft>
              <a:buNone/>
            </a:pPr>
            <a:r>
              <a:rPr b="1" dirty="0" sz="2000" lang="en-US">
                <a:solidFill>
                  <a:srgbClr val="FFFFFF"/>
                </a:solidFill>
              </a:rPr>
              <a:t>CL-02   </a:t>
            </a:r>
            <a:r>
              <a:rPr dirty="0" sz="2000" lang="en-US">
                <a:solidFill>
                  <a:srgbClr val="CBD5E1"/>
                </a:solidFill>
              </a:rPr>
              <a:t>Scope 3 Emissions from Public Spending Records</a:t>
            </a:r>
            <a:endParaRPr dirty="0" sz="2000" lang="en-US"/>
          </a:p>
          <a:p>
            <a:pPr indent="0" marL="0">
              <a:spcAft>
                <a:spcPts val="1000"/>
              </a:spcAft>
              <a:buNone/>
            </a:pPr>
            <a:r>
              <a:rPr b="1" dirty="0" sz="2000" lang="en-US">
                <a:solidFill>
                  <a:srgbClr val="FFFFFF"/>
                </a:solidFill>
              </a:rPr>
              <a:t>CL-03   </a:t>
            </a:r>
            <a:r>
              <a:rPr dirty="0" sz="2000" lang="en-US">
                <a:solidFill>
                  <a:srgbClr val="CBD5E1"/>
                </a:solidFill>
              </a:rPr>
              <a:t>Predicting Energy Consumption for a Building</a:t>
            </a:r>
            <a:endParaRPr dirty="0" sz="2000" lang="en-US"/>
          </a:p>
          <a:p>
            <a:pPr indent="0" marL="0">
              <a:spcAft>
                <a:spcPts val="1000"/>
              </a:spcAft>
              <a:buNone/>
            </a:pPr>
            <a:r>
              <a:rPr b="1" dirty="0" sz="2000" lang="en-US">
                <a:solidFill>
                  <a:srgbClr val="FFFFFF"/>
                </a:solidFill>
              </a:rPr>
              <a:t>CL-04   </a:t>
            </a:r>
            <a:r>
              <a:rPr dirty="0" sz="2000" lang="en-US">
                <a:solidFill>
                  <a:srgbClr val="CBD5E1"/>
                </a:solidFill>
              </a:rPr>
              <a:t>MathWorks Challenge — Predicting Building Energy Consumption with MATLAB</a:t>
            </a:r>
            <a:endParaRPr dirty="0" sz="2000"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62" name=""/>
        <p:cNvGrpSpPr/>
        <p:nvPr/>
      </p:nvGrpSpPr>
      <p:grpSpPr>
        <a:xfrm>
          <a:off x="0" y="0"/>
          <a:ext cx="0" cy="0"/>
          <a:chOff x="0" y="0"/>
          <a:chExt cx="0" cy="0"/>
        </a:xfrm>
      </p:grpSpPr>
      <p:sp>
        <p:nvSpPr>
          <p:cNvPr id="1048656" name="ID chip"/>
          <p:cNvSpPr txBox="1"/>
          <p:nvPr/>
        </p:nvSpPr>
        <p:spPr>
          <a:xfrm>
            <a:off x="548640" y="384048"/>
            <a:ext cx="1097280" cy="365760"/>
          </a:xfrm>
          <a:prstGeom prst="rect"/>
          <a:solidFill>
            <a:srgbClr val="15803D"/>
          </a:solidFill>
        </p:spPr>
        <p:txBody>
          <a:bodyPr anchor="ctr" rtlCol="0" wrap="square"/>
          <a:p>
            <a:pPr algn="ctr" indent="0" marL="0">
              <a:buNone/>
            </a:pPr>
            <a:r>
              <a:rPr b="1" dirty="0" sz="1600" lang="en-US">
                <a:solidFill>
                  <a:srgbClr val="FFFFFF"/>
                </a:solidFill>
              </a:rPr>
              <a:t>CL-01</a:t>
            </a:r>
            <a:endParaRPr dirty="0" sz="1600" lang="en-US"/>
          </a:p>
        </p:txBody>
      </p:sp>
      <p:sp>
        <p:nvSpPr>
          <p:cNvPr id="1048657" name="Track label"/>
          <p:cNvSpPr txBox="1"/>
          <p:nvPr/>
        </p:nvSpPr>
        <p:spPr>
          <a:xfrm>
            <a:off x="1783080" y="384048"/>
            <a:ext cx="7315200" cy="365760"/>
          </a:xfrm>
          <a:prstGeom prst="rect"/>
          <a:noFill/>
        </p:spPr>
        <p:txBody>
          <a:bodyPr anchor="ctr" bIns="0" lIns="0" rIns="0" rtlCol="0" tIns="0" wrap="square"/>
          <a:p>
            <a:pPr indent="0" marL="0">
              <a:buNone/>
            </a:pPr>
            <a:r>
              <a:rPr dirty="0" sz="1400" lang="en-US">
                <a:solidFill>
                  <a:srgbClr val="475569"/>
                </a:solidFill>
              </a:rPr>
              <a:t>Track 03 · Climate Tech</a:t>
            </a:r>
            <a:endParaRPr dirty="0" sz="1400" lang="en-US"/>
          </a:p>
        </p:txBody>
      </p:sp>
      <p:sp>
        <p:nvSpPr>
          <p:cNvPr id="1048658" name="Text 0"/>
          <p:cNvSpPr/>
          <p:nvPr>
            <p:ph type="title" idx="100" hasCustomPrompt="1"/>
          </p:nvPr>
        </p:nvSpPr>
        <p:spPr>
          <a:xfrm>
            <a:off x="548640" y="868680"/>
            <a:ext cx="11064240" cy="914400"/>
          </a:xfrm>
          <a:prstGeom prst="rect"/>
          <a:noFill/>
        </p:spPr>
        <p:txBody>
          <a:bodyPr anchor="t" bIns="0" lIns="0" rIns="0" rtlCol="0" tIns="0" wrap="square"/>
          <a:p>
            <a:pPr algn="l" indent="0" marL="0">
              <a:buNone/>
            </a:pPr>
            <a:r>
              <a:rPr b="1" dirty="0" sz="2800" lang="en-US">
                <a:solidFill>
                  <a:schemeClr val="tx1"/>
                </a:solidFill>
              </a:rPr>
              <a:t>Satellite Forest-Loss Alerts</a:t>
            </a:r>
            <a:endParaRPr dirty="0" sz="2800" lang="en-US"/>
          </a:p>
        </p:txBody>
      </p:sp>
      <p:sp>
        <p:nvSpPr>
          <p:cNvPr id="1048659" name="Left content"/>
          <p:cNvSpPr txBox="1"/>
          <p:nvPr/>
        </p:nvSpPr>
        <p:spPr>
          <a:xfrm>
            <a:off x="548640" y="1965960"/>
            <a:ext cx="6949440" cy="4480560"/>
          </a:xfrm>
          <a:prstGeom prst="rect"/>
          <a:noFill/>
        </p:spPr>
        <p:txBody>
          <a:bodyPr anchor="t" bIns="0" lIns="0" rIns="0" rtlCol="0" tIns="0" wrap="square"/>
          <a:p>
            <a:pPr indent="0" marL="0">
              <a:spcAft>
                <a:spcPts val="400"/>
              </a:spcAft>
              <a:buNone/>
            </a:pPr>
            <a:r>
              <a:rPr b="1" dirty="0" sz="1300" lang="en-US">
                <a:solidFill>
                  <a:srgbClr val="15803D"/>
                </a:solidFill>
              </a:rPr>
              <a:t>PROBLEM STATEMENT</a:t>
            </a:r>
            <a:endParaRPr dirty="0" sz="1300" lang="en-US"/>
          </a:p>
          <a:p>
            <a:pPr indent="0" marL="0">
              <a:spcAft>
                <a:spcPts val="1400"/>
              </a:spcAft>
              <a:buNone/>
            </a:pPr>
            <a:r>
              <a:rPr dirty="0" sz="1800" lang="en-US">
                <a:solidFill>
                  <a:srgbClr val="0F172A"/>
                </a:solidFill>
              </a:rPr>
              <a:t>Forest clearing for mining, roads and agriculture often goes unnoticed until it is too late. Using Sentinel-2 imagery, build a system that identifies where forest loss occurred in India between two dates, despite clouds and seasonal changes.</a:t>
            </a:r>
            <a:endParaRPr dirty="0" sz="1300" lang="en-US"/>
          </a:p>
          <a:p>
            <a:pPr indent="0" marL="0">
              <a:spcAft>
                <a:spcPts val="400"/>
              </a:spcAft>
              <a:buNone/>
            </a:pPr>
            <a:r>
              <a:rPr b="1" dirty="0" sz="1300" lang="en-US">
                <a:solidFill>
                  <a:srgbClr val="15803D"/>
                </a:solidFill>
              </a:rPr>
              <a:t>EXPLANATION</a:t>
            </a:r>
            <a:endParaRPr dirty="0" sz="1300" lang="en-US"/>
          </a:p>
          <a:p>
            <a:pPr indent="0" marL="0">
              <a:spcAft>
                <a:spcPts val="800"/>
              </a:spcAft>
              <a:buNone/>
            </a:pPr>
            <a:r>
              <a:rPr dirty="0" sz="1800" lang="en-US">
                <a:solidFill>
                  <a:srgbClr val="334155"/>
                </a:solidFill>
              </a:rPr>
              <a:t>Sentinel-2 offers 10 m imagery every few days, but monsoon clouds hide large areas, and leaf fall, harvesting and river changes can look like forest loss.</a:t>
            </a:r>
            <a:endParaRPr dirty="0" sz="1300" lang="en-US"/>
          </a:p>
          <a:p>
            <a:pPr indent="0" marL="0">
              <a:spcAft>
                <a:spcPts val="800"/>
              </a:spcAft>
              <a:buNone/>
            </a:pPr>
            <a:r>
              <a:rPr dirty="0" sz="1800" lang="en-US">
                <a:solidFill>
                  <a:srgbClr val="334155"/>
                </a:solidFill>
              </a:rPr>
              <a:t>Public forest-loss maps are coarser (30 m) and may lag by a year, so they can serve only as imperfect training labels. Teams choose their own training regions and must test on a state not included in training.</a:t>
            </a:r>
            <a:endParaRPr dirty="0" sz="1300" lang="en-US"/>
          </a:p>
        </p:txBody>
      </p:sp>
      <p:sp>
        <p:nvSpPr>
          <p:cNvPr id="1048660" name="Challenges card"/>
          <p:cNvSpPr/>
          <p:nvPr/>
        </p:nvSpPr>
        <p:spPr>
          <a:xfrm>
            <a:off x="7863840" y="1965960"/>
            <a:ext cx="3776472" cy="4480560"/>
          </a:xfrm>
          <a:prstGeom prst="roundRect">
            <a:avLst>
              <a:gd name="adj" fmla="val 2906"/>
            </a:avLst>
          </a:prstGeom>
          <a:solidFill>
            <a:schemeClr val="bg2"/>
          </a:solidFill>
          <a:ln w="12700">
            <a:solidFill>
              <a:schemeClr val="bg2"/>
            </a:solidFill>
            <a:prstDash val="solid"/>
          </a:ln>
        </p:spPr>
      </p:sp>
      <p:sp>
        <p:nvSpPr>
          <p:cNvPr id="1048661" name="Key challenges"/>
          <p:cNvSpPr txBox="1"/>
          <p:nvPr/>
        </p:nvSpPr>
        <p:spPr>
          <a:xfrm>
            <a:off x="8138160" y="2194560"/>
            <a:ext cx="3246120" cy="4023360"/>
          </a:xfrm>
          <a:prstGeom prst="rect"/>
          <a:noFill/>
        </p:spPr>
        <p:txBody>
          <a:bodyPr anchor="t" bIns="0" lIns="0" rIns="0" rtlCol="0" tIns="0" wrap="square"/>
          <a:p>
            <a:pPr indent="0" marL="0">
              <a:spcAft>
                <a:spcPts val="800"/>
              </a:spcAft>
              <a:buNone/>
            </a:pPr>
            <a:r>
              <a:rPr b="1" dirty="0" sz="1300" lang="en-US">
                <a:solidFill>
                  <a:srgbClr val="15803D"/>
                </a:solidFill>
              </a:rPr>
              <a:t>KEY CHALLENGES</a:t>
            </a:r>
            <a:endParaRPr dirty="0" sz="1300" lang="en-US"/>
          </a:p>
          <a:p>
            <a:pPr indent="-342900" marL="342900">
              <a:spcAft>
                <a:spcPts val="800"/>
              </a:spcAft>
              <a:buSzPct val="100000"/>
              <a:buChar char="•"/>
            </a:pPr>
            <a:r>
              <a:rPr dirty="0" sz="1700" lang="en-US">
                <a:solidFill>
                  <a:srgbClr val="0F172A"/>
                </a:solidFill>
              </a:rPr>
              <a:t>Masking clouds and shadows</a:t>
            </a:r>
            <a:endParaRPr dirty="0" sz="1300" lang="en-US"/>
          </a:p>
          <a:p>
            <a:pPr indent="-342900" marL="342900">
              <a:spcAft>
                <a:spcPts val="800"/>
              </a:spcAft>
              <a:buSzPct val="100000"/>
              <a:buChar char="•"/>
            </a:pPr>
            <a:r>
              <a:rPr dirty="0" sz="1700" lang="en-US">
                <a:solidFill>
                  <a:srgbClr val="0F172A"/>
                </a:solidFill>
              </a:rPr>
              <a:t>Separating seasonal changes from actual forest loss</a:t>
            </a:r>
            <a:endParaRPr dirty="0" sz="1300" lang="en-US"/>
          </a:p>
          <a:p>
            <a:pPr indent="-342900" marL="342900">
              <a:spcAft>
                <a:spcPts val="800"/>
              </a:spcAft>
              <a:buSzPct val="100000"/>
              <a:buChar char="•"/>
            </a:pPr>
            <a:r>
              <a:rPr dirty="0" sz="1700" lang="en-US">
                <a:solidFill>
                  <a:srgbClr val="0F172A"/>
                </a:solidFill>
              </a:rPr>
              <a:t>Learning from coarse and noisy labels</a:t>
            </a:r>
            <a:endParaRPr dirty="0" sz="1300"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65" name=""/>
        <p:cNvGrpSpPr/>
        <p:nvPr/>
      </p:nvGrpSpPr>
      <p:grpSpPr>
        <a:xfrm>
          <a:off x="0" y="0"/>
          <a:ext cx="0" cy="0"/>
          <a:chOff x="0" y="0"/>
          <a:chExt cx="0" cy="0"/>
        </a:xfrm>
      </p:grpSpPr>
      <p:sp>
        <p:nvSpPr>
          <p:cNvPr id="1048665" name="ID chip"/>
          <p:cNvSpPr txBox="1"/>
          <p:nvPr/>
        </p:nvSpPr>
        <p:spPr>
          <a:xfrm>
            <a:off x="548640" y="384048"/>
            <a:ext cx="1097280" cy="365760"/>
          </a:xfrm>
          <a:prstGeom prst="rect"/>
          <a:solidFill>
            <a:srgbClr val="15803D"/>
          </a:solidFill>
        </p:spPr>
        <p:txBody>
          <a:bodyPr anchor="ctr" rtlCol="0" wrap="square"/>
          <a:p>
            <a:pPr algn="ctr" indent="0" marL="0">
              <a:buNone/>
            </a:pPr>
            <a:r>
              <a:rPr b="1" dirty="0" sz="1600" lang="en-US">
                <a:solidFill>
                  <a:srgbClr val="FFFFFF"/>
                </a:solidFill>
              </a:rPr>
              <a:t>CL-02</a:t>
            </a:r>
            <a:endParaRPr dirty="0" sz="1600" lang="en-US"/>
          </a:p>
        </p:txBody>
      </p:sp>
      <p:sp>
        <p:nvSpPr>
          <p:cNvPr id="1048666" name="Track label"/>
          <p:cNvSpPr txBox="1"/>
          <p:nvPr/>
        </p:nvSpPr>
        <p:spPr>
          <a:xfrm>
            <a:off x="1783080" y="384048"/>
            <a:ext cx="7315200" cy="365760"/>
          </a:xfrm>
          <a:prstGeom prst="rect"/>
          <a:noFill/>
        </p:spPr>
        <p:txBody>
          <a:bodyPr anchor="ctr" bIns="0" lIns="0" rIns="0" rtlCol="0" tIns="0" wrap="square"/>
          <a:p>
            <a:pPr indent="0" marL="0">
              <a:buNone/>
            </a:pPr>
            <a:r>
              <a:rPr dirty="0" sz="1400" lang="en-US">
                <a:solidFill>
                  <a:srgbClr val="475569"/>
                </a:solidFill>
              </a:rPr>
              <a:t>Track 03 · Climate Tech</a:t>
            </a:r>
            <a:endParaRPr dirty="0" sz="1400" lang="en-US"/>
          </a:p>
        </p:txBody>
      </p:sp>
      <p:sp>
        <p:nvSpPr>
          <p:cNvPr id="1048667" name="Text 0"/>
          <p:cNvSpPr/>
          <p:nvPr>
            <p:ph type="title" idx="100" hasCustomPrompt="1"/>
          </p:nvPr>
        </p:nvSpPr>
        <p:spPr>
          <a:xfrm>
            <a:off x="548640" y="868680"/>
            <a:ext cx="11064240" cy="914400"/>
          </a:xfrm>
          <a:prstGeom prst="rect"/>
          <a:noFill/>
        </p:spPr>
        <p:txBody>
          <a:bodyPr anchor="t" bIns="0" lIns="0" rIns="0" rtlCol="0" tIns="0" wrap="square"/>
          <a:p>
            <a:pPr algn="l" indent="0" marL="0">
              <a:buNone/>
            </a:pPr>
            <a:r>
              <a:rPr b="1" dirty="0" sz="2800" lang="en-US">
                <a:solidFill>
                  <a:schemeClr val="tx1"/>
                </a:solidFill>
              </a:rPr>
              <a:t>Scope 3 Emissions from Public Spending Records</a:t>
            </a:r>
            <a:endParaRPr dirty="0" sz="2800" lang="en-US"/>
          </a:p>
        </p:txBody>
      </p:sp>
      <p:sp>
        <p:nvSpPr>
          <p:cNvPr id="1048668" name="Left content"/>
          <p:cNvSpPr txBox="1"/>
          <p:nvPr/>
        </p:nvSpPr>
        <p:spPr>
          <a:xfrm>
            <a:off x="548640" y="1965960"/>
            <a:ext cx="6949440" cy="4480560"/>
          </a:xfrm>
          <a:prstGeom prst="rect"/>
          <a:noFill/>
        </p:spPr>
        <p:txBody>
          <a:bodyPr anchor="t" bIns="0" lIns="0" rIns="0" rtlCol="0" tIns="0" wrap="square"/>
          <a:p>
            <a:pPr indent="0" marL="0">
              <a:spcAft>
                <a:spcPts val="400"/>
              </a:spcAft>
              <a:buNone/>
            </a:pPr>
            <a:r>
              <a:rPr b="1" dirty="0" sz="1300" lang="en-US">
                <a:solidFill>
                  <a:srgbClr val="15803D"/>
                </a:solidFill>
              </a:rPr>
              <a:t>PROBLEM STATEMENT</a:t>
            </a:r>
            <a:endParaRPr dirty="0" sz="1300" lang="en-US"/>
          </a:p>
          <a:p>
            <a:pPr indent="0" marL="0">
              <a:spcAft>
                <a:spcPts val="1400"/>
              </a:spcAft>
              <a:buNone/>
            </a:pPr>
            <a:r>
              <a:rPr dirty="0" sz="1800" lang="en-US">
                <a:solidFill>
                  <a:srgbClr val="0F172A"/>
                </a:solidFill>
              </a:rPr>
              <a:t>Organisations increasingly must report the emissions embedded in their purchases, often the largest part of their footprint. Using real, published spending records, map each line to an emission factor and estimate a department's purchasing carbon footprint while honestly representing uncertainty.</a:t>
            </a:r>
            <a:endParaRPr dirty="0" sz="1300" lang="en-US"/>
          </a:p>
          <a:p>
            <a:pPr indent="0" marL="0">
              <a:spcAft>
                <a:spcPts val="400"/>
              </a:spcAft>
              <a:buNone/>
            </a:pPr>
            <a:r>
              <a:rPr b="1" dirty="0" sz="1300" lang="en-US">
                <a:solidFill>
                  <a:srgbClr val="15803D"/>
                </a:solidFill>
              </a:rPr>
              <a:t>EXPLANATION</a:t>
            </a:r>
            <a:endParaRPr dirty="0" sz="1300" lang="en-US"/>
          </a:p>
          <a:p>
            <a:pPr indent="0" marL="0">
              <a:spcAft>
                <a:spcPts val="800"/>
              </a:spcAft>
              <a:buNone/>
            </a:pPr>
            <a:r>
              <a:rPr dirty="0" sz="1800" lang="en-US">
                <a:solidFill>
                  <a:srgbClr val="334155"/>
                </a:solidFill>
              </a:rPr>
              <a:t>Records contain short, inconsistent descriptions (“IT hardware”, “prof svcs”, “Facilities mgmt”) with supplier names and amounts. Each must be classified into a product or industry category, converted to the factor's currency and base year, and matched to an appropriate factor.</a:t>
            </a:r>
            <a:endParaRPr dirty="0" sz="1300" lang="en-US"/>
          </a:p>
          <a:p>
            <a:pPr indent="0" marL="0">
              <a:spcAft>
                <a:spcPts val="800"/>
              </a:spcAft>
              <a:buNone/>
            </a:pPr>
            <a:r>
              <a:rPr dirty="0" sz="1800" lang="en-US">
                <a:solidFill>
                  <a:srgbClr val="334155"/>
                </a:solidFill>
              </a:rPr>
              <a:t>Teams must hand-label at least 2,000 spending lines, with two people agreeing on every label, to measure classification accuracy.</a:t>
            </a:r>
            <a:endParaRPr dirty="0" sz="1300" lang="en-US"/>
          </a:p>
        </p:txBody>
      </p:sp>
      <p:sp>
        <p:nvSpPr>
          <p:cNvPr id="1048669" name="Challenges card"/>
          <p:cNvSpPr/>
          <p:nvPr/>
        </p:nvSpPr>
        <p:spPr>
          <a:xfrm>
            <a:off x="7863840" y="1965960"/>
            <a:ext cx="3776472" cy="4480560"/>
          </a:xfrm>
          <a:prstGeom prst="roundRect">
            <a:avLst>
              <a:gd name="adj" fmla="val 2906"/>
            </a:avLst>
          </a:prstGeom>
          <a:solidFill>
            <a:schemeClr val="bg2"/>
          </a:solidFill>
          <a:ln w="12700">
            <a:solidFill>
              <a:schemeClr val="bg2"/>
            </a:solidFill>
            <a:prstDash val="solid"/>
          </a:ln>
        </p:spPr>
      </p:sp>
      <p:sp>
        <p:nvSpPr>
          <p:cNvPr id="1048670" name="Key challenges"/>
          <p:cNvSpPr txBox="1"/>
          <p:nvPr/>
        </p:nvSpPr>
        <p:spPr>
          <a:xfrm>
            <a:off x="8138160" y="2194560"/>
            <a:ext cx="3246120" cy="4023360"/>
          </a:xfrm>
          <a:prstGeom prst="rect"/>
          <a:noFill/>
        </p:spPr>
        <p:txBody>
          <a:bodyPr anchor="t" bIns="0" lIns="0" rIns="0" rtlCol="0" tIns="0" wrap="square"/>
          <a:p>
            <a:pPr indent="0" marL="0">
              <a:spcAft>
                <a:spcPts val="800"/>
              </a:spcAft>
              <a:buNone/>
            </a:pPr>
            <a:r>
              <a:rPr b="1" dirty="0" sz="1300" lang="en-US">
                <a:solidFill>
                  <a:srgbClr val="15803D"/>
                </a:solidFill>
              </a:rPr>
              <a:t>KEY CHALLENGES</a:t>
            </a:r>
            <a:endParaRPr dirty="0" sz="1300" lang="en-US"/>
          </a:p>
          <a:p>
            <a:pPr indent="-342900" marL="342900">
              <a:spcAft>
                <a:spcPts val="800"/>
              </a:spcAft>
              <a:buSzPct val="100000"/>
              <a:buChar char="•"/>
            </a:pPr>
            <a:r>
              <a:rPr dirty="0" sz="1700" lang="en-US">
                <a:solidFill>
                  <a:srgbClr val="0F172A"/>
                </a:solidFill>
              </a:rPr>
              <a:t>Classifying short, noisy descriptions into hundreds of categories</a:t>
            </a:r>
            <a:endParaRPr dirty="0" sz="1300" lang="en-US"/>
          </a:p>
          <a:p>
            <a:pPr indent="-342900" marL="342900">
              <a:spcAft>
                <a:spcPts val="800"/>
              </a:spcAft>
              <a:buSzPct val="100000"/>
              <a:buChar char="•"/>
            </a:pPr>
            <a:r>
              <a:rPr dirty="0" sz="1700" lang="en-US">
                <a:solidFill>
                  <a:srgbClr val="0F172A"/>
                </a:solidFill>
              </a:rPr>
              <a:t>Adjusting for currency differences and inflation</a:t>
            </a:r>
            <a:endParaRPr dirty="0" sz="1300" lang="en-US"/>
          </a:p>
          <a:p>
            <a:pPr indent="-342900" marL="342900">
              <a:spcAft>
                <a:spcPts val="800"/>
              </a:spcAft>
              <a:buSzPct val="100000"/>
              <a:buChar char="•"/>
            </a:pPr>
            <a:r>
              <a:rPr dirty="0" sz="1700" lang="en-US">
                <a:solidFill>
                  <a:srgbClr val="0F172A"/>
                </a:solidFill>
              </a:rPr>
              <a:t>Propagating uncertainty to the total emissions estimate</a:t>
            </a:r>
            <a:endParaRPr dirty="0" sz="1300"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68" name=""/>
        <p:cNvGrpSpPr/>
        <p:nvPr/>
      </p:nvGrpSpPr>
      <p:grpSpPr>
        <a:xfrm>
          <a:off x="0" y="0"/>
          <a:ext cx="0" cy="0"/>
          <a:chOff x="0" y="0"/>
          <a:chExt cx="0" cy="0"/>
        </a:xfrm>
      </p:grpSpPr>
      <p:sp>
        <p:nvSpPr>
          <p:cNvPr id="1048674" name="ID chip"/>
          <p:cNvSpPr txBox="1"/>
          <p:nvPr/>
        </p:nvSpPr>
        <p:spPr>
          <a:xfrm>
            <a:off x="548640" y="384048"/>
            <a:ext cx="1097280" cy="365760"/>
          </a:xfrm>
          <a:prstGeom prst="rect"/>
          <a:solidFill>
            <a:srgbClr val="15803D"/>
          </a:solidFill>
        </p:spPr>
        <p:txBody>
          <a:bodyPr anchor="ctr" rtlCol="0" wrap="square"/>
          <a:p>
            <a:pPr algn="ctr" indent="0" marL="0">
              <a:buNone/>
            </a:pPr>
            <a:r>
              <a:rPr b="1" dirty="0" sz="1600" lang="en-US">
                <a:solidFill>
                  <a:srgbClr val="FFFFFF"/>
                </a:solidFill>
              </a:rPr>
              <a:t>CL-03</a:t>
            </a:r>
            <a:endParaRPr dirty="0" sz="1600" lang="en-US"/>
          </a:p>
        </p:txBody>
      </p:sp>
      <p:sp>
        <p:nvSpPr>
          <p:cNvPr id="1048675" name="Track label"/>
          <p:cNvSpPr txBox="1"/>
          <p:nvPr/>
        </p:nvSpPr>
        <p:spPr>
          <a:xfrm>
            <a:off x="1783080" y="384048"/>
            <a:ext cx="7315200" cy="365760"/>
          </a:xfrm>
          <a:prstGeom prst="rect"/>
          <a:noFill/>
        </p:spPr>
        <p:txBody>
          <a:bodyPr anchor="ctr" bIns="0" lIns="0" rIns="0" rtlCol="0" tIns="0" wrap="square"/>
          <a:p>
            <a:pPr indent="0" marL="0">
              <a:buNone/>
            </a:pPr>
            <a:r>
              <a:rPr dirty="0" sz="1400" lang="en-US">
                <a:solidFill>
                  <a:srgbClr val="475569"/>
                </a:solidFill>
              </a:rPr>
              <a:t>Track 03 · Climate Tech</a:t>
            </a:r>
            <a:endParaRPr dirty="0" sz="1400" lang="en-US"/>
          </a:p>
        </p:txBody>
      </p:sp>
      <p:sp>
        <p:nvSpPr>
          <p:cNvPr id="1048676" name="Text 0"/>
          <p:cNvSpPr/>
          <p:nvPr>
            <p:ph type="title" idx="100" hasCustomPrompt="1"/>
          </p:nvPr>
        </p:nvSpPr>
        <p:spPr>
          <a:xfrm>
            <a:off x="548640" y="868680"/>
            <a:ext cx="11064240" cy="914400"/>
          </a:xfrm>
          <a:prstGeom prst="rect"/>
          <a:noFill/>
        </p:spPr>
        <p:txBody>
          <a:bodyPr anchor="t" bIns="0" lIns="0" rIns="0" rtlCol="0" tIns="0" wrap="square"/>
          <a:p>
            <a:pPr algn="l" indent="0" marL="0">
              <a:buNone/>
            </a:pPr>
            <a:r>
              <a:rPr b="1" dirty="0" sz="2800" lang="en-US">
                <a:solidFill>
                  <a:schemeClr val="tx1"/>
                </a:solidFill>
              </a:rPr>
              <a:t>Predicting Energy Consumption for a Building</a:t>
            </a:r>
            <a:endParaRPr dirty="0" sz="2800" lang="en-US"/>
          </a:p>
        </p:txBody>
      </p:sp>
      <p:sp>
        <p:nvSpPr>
          <p:cNvPr id="1048677" name="Left content"/>
          <p:cNvSpPr txBox="1"/>
          <p:nvPr/>
        </p:nvSpPr>
        <p:spPr>
          <a:xfrm>
            <a:off x="548640" y="1965960"/>
            <a:ext cx="6949440" cy="4480560"/>
          </a:xfrm>
          <a:prstGeom prst="rect"/>
          <a:noFill/>
        </p:spPr>
        <p:txBody>
          <a:bodyPr anchor="t" bIns="0" lIns="0" rIns="0" rtlCol="0" tIns="0" wrap="square"/>
          <a:p>
            <a:pPr indent="0" marL="0">
              <a:spcAft>
                <a:spcPts val="400"/>
              </a:spcAft>
              <a:buNone/>
            </a:pPr>
            <a:r>
              <a:rPr b="1" dirty="0" sz="1300" lang="en-US">
                <a:solidFill>
                  <a:srgbClr val="15803D"/>
                </a:solidFill>
              </a:rPr>
              <a:t>PROBLEM STATEMENT</a:t>
            </a:r>
            <a:endParaRPr dirty="0" sz="1300" lang="en-US"/>
          </a:p>
          <a:p>
            <a:pPr indent="0" marL="0">
              <a:spcAft>
                <a:spcPts val="1400"/>
              </a:spcAft>
              <a:buNone/>
            </a:pPr>
            <a:r>
              <a:rPr dirty="0" sz="1800" lang="en-US">
                <a:solidFill>
                  <a:srgbClr val="0F172A"/>
                </a:solidFill>
              </a:rPr>
              <a:t>Build an AI model that predicts a building's energy consumption from its characteristics, local weather and other information. Use the predictions to identify buildings that consume or may be wasting the most energy and are strong candidates for retrofitting.</a:t>
            </a:r>
            <a:endParaRPr dirty="0" sz="1300" lang="en-US"/>
          </a:p>
          <a:p>
            <a:pPr indent="0" marL="0">
              <a:spcAft>
                <a:spcPts val="400"/>
              </a:spcAft>
              <a:buNone/>
            </a:pPr>
            <a:r>
              <a:rPr b="1" dirty="0" sz="1300" lang="en-US">
                <a:solidFill>
                  <a:srgbClr val="15803D"/>
                </a:solidFill>
              </a:rPr>
              <a:t>EXPLANATION</a:t>
            </a:r>
            <a:endParaRPr dirty="0" sz="1300" lang="en-US"/>
          </a:p>
          <a:p>
            <a:pPr indent="0" marL="0">
              <a:spcAft>
                <a:spcPts val="800"/>
              </a:spcAft>
              <a:buNone/>
            </a:pPr>
            <a:r>
              <a:rPr dirty="0" sz="1800" lang="en-US">
                <a:solidFill>
                  <a:srgbClr val="334155"/>
                </a:solidFill>
              </a:rPr>
              <a:t>Consumption depends on size, age, purpose, occupancy and weather. A model that memorises training buildings is not useful, so it must be tested on buildings it has never seen.</a:t>
            </a:r>
            <a:endParaRPr dirty="0" sz="1300" lang="en-US"/>
          </a:p>
          <a:p>
            <a:pPr indent="0" marL="0">
              <a:spcAft>
                <a:spcPts val="800"/>
              </a:spcAft>
              <a:buNone/>
            </a:pPr>
            <a:r>
              <a:rPr dirty="0" sz="1800" lang="en-US">
                <a:solidFill>
                  <a:srgbClr val="334155"/>
                </a:solidFill>
              </a:rPr>
              <a:t>Start from the MathWorks challenge repository (MATLAB code, sample data, rubric) or public datasets such as Building Data Genome Project 2 and ASHRAE Great Energy Predictor III, plus public weather archives. Predictions should indicate reliability and explain the drivers.</a:t>
            </a:r>
            <a:endParaRPr dirty="0" sz="1300" lang="en-US"/>
          </a:p>
        </p:txBody>
      </p:sp>
      <p:sp>
        <p:nvSpPr>
          <p:cNvPr id="1048678" name="Challenges card"/>
          <p:cNvSpPr/>
          <p:nvPr/>
        </p:nvSpPr>
        <p:spPr>
          <a:xfrm>
            <a:off x="7863840" y="1965960"/>
            <a:ext cx="3776472" cy="4480560"/>
          </a:xfrm>
          <a:prstGeom prst="roundRect">
            <a:avLst>
              <a:gd name="adj" fmla="val 2906"/>
            </a:avLst>
          </a:prstGeom>
          <a:solidFill>
            <a:schemeClr val="bg2"/>
          </a:solidFill>
          <a:ln w="12700">
            <a:solidFill>
              <a:schemeClr val="bg2"/>
            </a:solidFill>
            <a:prstDash val="solid"/>
          </a:ln>
        </p:spPr>
      </p:sp>
      <p:sp>
        <p:nvSpPr>
          <p:cNvPr id="1048679" name="Key challenges"/>
          <p:cNvSpPr txBox="1"/>
          <p:nvPr/>
        </p:nvSpPr>
        <p:spPr>
          <a:xfrm>
            <a:off x="8138160" y="2194560"/>
            <a:ext cx="3246120" cy="4023360"/>
          </a:xfrm>
          <a:prstGeom prst="rect"/>
          <a:noFill/>
        </p:spPr>
        <p:txBody>
          <a:bodyPr anchor="t" bIns="0" lIns="0" rIns="0" rtlCol="0" tIns="0" wrap="square"/>
          <a:p>
            <a:pPr indent="0" marL="0">
              <a:spcAft>
                <a:spcPts val="800"/>
              </a:spcAft>
              <a:buNone/>
            </a:pPr>
            <a:r>
              <a:rPr b="1" dirty="0" sz="1300" lang="en-US">
                <a:solidFill>
                  <a:srgbClr val="15803D"/>
                </a:solidFill>
              </a:rPr>
              <a:t>KEY CHALLENGES</a:t>
            </a:r>
            <a:endParaRPr dirty="0" sz="1300" lang="en-US"/>
          </a:p>
          <a:p>
            <a:pPr indent="-342900" marL="342900">
              <a:spcAft>
                <a:spcPts val="800"/>
              </a:spcAft>
              <a:buSzPct val="100000"/>
              <a:buChar char="•"/>
            </a:pPr>
            <a:r>
              <a:rPr dirty="0" sz="1700" lang="en-US">
                <a:solidFill>
                  <a:srgbClr val="0F172A"/>
                </a:solidFill>
              </a:rPr>
              <a:t>Generalising to buildings not seen during training</a:t>
            </a:r>
            <a:endParaRPr dirty="0" sz="1300" lang="en-US"/>
          </a:p>
          <a:p>
            <a:pPr indent="-342900" marL="342900">
              <a:spcAft>
                <a:spcPts val="800"/>
              </a:spcAft>
              <a:buSzPct val="100000"/>
              <a:buChar char="•"/>
            </a:pPr>
            <a:r>
              <a:rPr dirty="0" sz="1700" lang="en-US">
                <a:solidFill>
                  <a:srgbClr val="0F172A"/>
                </a:solidFill>
              </a:rPr>
              <a:t>Combining building traits with weather and time-of-day effects</a:t>
            </a:r>
            <a:endParaRPr dirty="0" sz="1300" lang="en-US"/>
          </a:p>
          <a:p>
            <a:pPr indent="-342900" marL="342900">
              <a:spcAft>
                <a:spcPts val="800"/>
              </a:spcAft>
              <a:buSzPct val="100000"/>
              <a:buChar char="•"/>
            </a:pPr>
            <a:r>
              <a:rPr dirty="0" sz="1700" lang="en-US">
                <a:solidFill>
                  <a:srgbClr val="0F172A"/>
                </a:solidFill>
              </a:rPr>
              <a:t>Handling missing and noisy meter readings</a:t>
            </a:r>
            <a:endParaRPr dirty="0" sz="1300" lang="en-US"/>
          </a:p>
          <a:p>
            <a:pPr indent="-342900" marL="342900">
              <a:spcAft>
                <a:spcPts val="800"/>
              </a:spcAft>
              <a:buSzPct val="100000"/>
              <a:buChar char="•"/>
            </a:pPr>
            <a:r>
              <a:rPr dirty="0" sz="1700" lang="en-US">
                <a:solidFill>
                  <a:srgbClr val="0F172A"/>
                </a:solidFill>
              </a:rPr>
              <a:t>Explaining drivers of consumption and identifying likely waste</a:t>
            </a:r>
            <a:endParaRPr dirty="0" sz="1300"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71" name=""/>
        <p:cNvGrpSpPr/>
        <p:nvPr/>
      </p:nvGrpSpPr>
      <p:grpSpPr>
        <a:xfrm>
          <a:off x="0" y="0"/>
          <a:ext cx="0" cy="0"/>
          <a:chOff x="0" y="0"/>
          <a:chExt cx="0" cy="0"/>
        </a:xfrm>
      </p:grpSpPr>
      <p:sp>
        <p:nvSpPr>
          <p:cNvPr id="1048683" name="ID chip"/>
          <p:cNvSpPr txBox="1"/>
          <p:nvPr/>
        </p:nvSpPr>
        <p:spPr>
          <a:xfrm>
            <a:off x="548640" y="384048"/>
            <a:ext cx="1097280" cy="365760"/>
          </a:xfrm>
          <a:prstGeom prst="rect"/>
          <a:solidFill>
            <a:srgbClr val="15803D"/>
          </a:solidFill>
        </p:spPr>
        <p:txBody>
          <a:bodyPr anchor="ctr" rtlCol="0" wrap="square"/>
          <a:p>
            <a:pPr algn="ctr" indent="0" marL="0">
              <a:buNone/>
            </a:pPr>
            <a:r>
              <a:rPr b="1" dirty="0" sz="1600" lang="en-US">
                <a:solidFill>
                  <a:srgbClr val="FFFFFF"/>
                </a:solidFill>
              </a:rPr>
              <a:t>CL-04</a:t>
            </a:r>
            <a:endParaRPr dirty="0" sz="1600" lang="en-US"/>
          </a:p>
        </p:txBody>
      </p:sp>
      <p:sp>
        <p:nvSpPr>
          <p:cNvPr id="1048684" name="Track label"/>
          <p:cNvSpPr txBox="1"/>
          <p:nvPr/>
        </p:nvSpPr>
        <p:spPr>
          <a:xfrm>
            <a:off x="1783080" y="384048"/>
            <a:ext cx="7315200" cy="365760"/>
          </a:xfrm>
          <a:prstGeom prst="rect"/>
          <a:noFill/>
        </p:spPr>
        <p:txBody>
          <a:bodyPr anchor="ctr" bIns="0" lIns="0" rIns="0" rtlCol="0" tIns="0" wrap="square"/>
          <a:p>
            <a:pPr indent="0" marL="0">
              <a:buNone/>
            </a:pPr>
            <a:r>
              <a:rPr dirty="0" sz="1400" lang="en-US">
                <a:solidFill>
                  <a:srgbClr val="475569"/>
                </a:solidFill>
              </a:rPr>
              <a:t>Track 03 · Climate Tech</a:t>
            </a:r>
            <a:endParaRPr dirty="0" sz="1400" lang="en-US"/>
          </a:p>
        </p:txBody>
      </p:sp>
      <p:sp>
        <p:nvSpPr>
          <p:cNvPr id="1048685" name="Text 0"/>
          <p:cNvSpPr/>
          <p:nvPr>
            <p:ph type="title" idx="100" hasCustomPrompt="1"/>
          </p:nvPr>
        </p:nvSpPr>
        <p:spPr>
          <a:xfrm>
            <a:off x="548640" y="868680"/>
            <a:ext cx="11064240" cy="914400"/>
          </a:xfrm>
          <a:prstGeom prst="rect"/>
          <a:noFill/>
        </p:spPr>
        <p:txBody>
          <a:bodyPr anchor="t" bIns="0" lIns="0" rIns="0" rtlCol="0" tIns="0" wrap="square"/>
          <a:p>
            <a:pPr algn="l" indent="0" marL="0">
              <a:buNone/>
            </a:pPr>
            <a:r>
              <a:rPr b="1" dirty="0" sz="2800" lang="en-US">
                <a:solidFill>
                  <a:schemeClr val="tx1"/>
                </a:solidFill>
              </a:rPr>
              <a:t>MathWorks Challenge — Predicting Building Energy Consumption with MATLAB</a:t>
            </a:r>
            <a:endParaRPr dirty="0" sz="2800" lang="en-US"/>
          </a:p>
        </p:txBody>
      </p:sp>
      <p:sp>
        <p:nvSpPr>
          <p:cNvPr id="1048686" name="Left content"/>
          <p:cNvSpPr txBox="1"/>
          <p:nvPr/>
        </p:nvSpPr>
        <p:spPr>
          <a:xfrm>
            <a:off x="548640" y="1965960"/>
            <a:ext cx="6949440" cy="4480560"/>
          </a:xfrm>
          <a:prstGeom prst="rect"/>
          <a:noFill/>
        </p:spPr>
        <p:txBody>
          <a:bodyPr anchor="t" bIns="0" lIns="0" rIns="0" rtlCol="0" tIns="0" wrap="square"/>
          <a:p>
            <a:pPr indent="0" marL="0">
              <a:spcAft>
                <a:spcPts val="400"/>
              </a:spcAft>
              <a:buNone/>
            </a:pPr>
            <a:r>
              <a:rPr b="1" dirty="0" sz="1300" lang="en-US">
                <a:solidFill>
                  <a:srgbClr val="15803D"/>
                </a:solidFill>
              </a:rPr>
              <a:t>PROBLEM STATEMENT</a:t>
            </a:r>
            <a:endParaRPr dirty="0" sz="1300" lang="en-US"/>
          </a:p>
          <a:p>
            <a:pPr indent="0" marL="0">
              <a:spcAft>
                <a:spcPts val="1400"/>
              </a:spcAft>
              <a:buNone/>
            </a:pPr>
            <a:r>
              <a:rPr dirty="0" sz="1800" lang="en-US">
                <a:solidFill>
                  <a:srgbClr val="0F172A"/>
                </a:solidFill>
              </a:rPr>
              <a:t>Buildings are major contributors to global energy use and carbon emissions. Develop a machine learning algorithm in MATLAB that predicts how much energy a building will consume from its characteristics, local weather data and other information, so that buildings using or wasting the most energy can be identified as retrofit candidates.</a:t>
            </a:r>
            <a:endParaRPr dirty="0" sz="1300" lang="en-US"/>
          </a:p>
          <a:p>
            <a:pPr indent="0" marL="0">
              <a:spcAft>
                <a:spcPts val="400"/>
              </a:spcAft>
              <a:buNone/>
            </a:pPr>
            <a:r>
              <a:rPr b="1" dirty="0" sz="1300" lang="en-US">
                <a:solidFill>
                  <a:srgbClr val="15803D"/>
                </a:solidFill>
              </a:rPr>
              <a:t>EXPLANATION</a:t>
            </a:r>
            <a:endParaRPr dirty="0" sz="1300" lang="en-US"/>
          </a:p>
          <a:p>
            <a:pPr indent="0" marL="0">
              <a:spcAft>
                <a:spcPts val="800"/>
              </a:spcAft>
              <a:buNone/>
            </a:pPr>
            <a:r>
              <a:rPr dirty="0" sz="1800" lang="en-US">
                <a:solidFill>
                  <a:srgbClr val="334155"/>
                </a:solidFill>
              </a:rPr>
              <a:t>Teams work with the MathWorks challenge repository: a sample training dataset and a starter MATLAB Live Script (Building Regression Models). Teams decide how to process the data, how to split it for training, test and validation, and which model types to train.</a:t>
            </a:r>
            <a:endParaRPr dirty="0" sz="1300" lang="en-US"/>
          </a:p>
          <a:p>
            <a:pPr indent="0" marL="0">
              <a:spcAft>
                <a:spcPts val="800"/>
              </a:spcAft>
              <a:buNone/>
            </a:pPr>
            <a:r>
              <a:rPr dirty="0" sz="1800" lang="en-US">
                <a:solidFill>
                  <a:srgbClr val="334155"/>
                </a:solidFill>
              </a:rPr>
              <a:t>Submission: a 5-minute presentation (video, slides or write-up) and a link to code in a public repository. Judged on the MathWorks rubric: Solution Quality 70 (data mastery 20, use of machine learning 20, functionality 10, MATLAB proficiency 10, readability 10) and Presenting Quality 30 (creativity, quality, concept: 10 each).</a:t>
            </a:r>
            <a:endParaRPr dirty="0" sz="1300" lang="en-US"/>
          </a:p>
        </p:txBody>
      </p:sp>
      <p:sp>
        <p:nvSpPr>
          <p:cNvPr id="1048687" name="Challenges card"/>
          <p:cNvSpPr/>
          <p:nvPr/>
        </p:nvSpPr>
        <p:spPr>
          <a:xfrm>
            <a:off x="7863840" y="1965960"/>
            <a:ext cx="3776472" cy="4480560"/>
          </a:xfrm>
          <a:prstGeom prst="roundRect">
            <a:avLst>
              <a:gd name="adj" fmla="val 2906"/>
            </a:avLst>
          </a:prstGeom>
          <a:solidFill>
            <a:schemeClr val="bg2"/>
          </a:solidFill>
          <a:ln w="12700">
            <a:solidFill>
              <a:schemeClr val="bg2"/>
            </a:solidFill>
            <a:prstDash val="solid"/>
          </a:ln>
        </p:spPr>
      </p:sp>
      <p:sp>
        <p:nvSpPr>
          <p:cNvPr id="1048688" name="Key challenges"/>
          <p:cNvSpPr txBox="1"/>
          <p:nvPr/>
        </p:nvSpPr>
        <p:spPr>
          <a:xfrm>
            <a:off x="8138160" y="2194560"/>
            <a:ext cx="3246120" cy="4023360"/>
          </a:xfrm>
          <a:prstGeom prst="rect"/>
          <a:noFill/>
        </p:spPr>
        <p:txBody>
          <a:bodyPr anchor="t" bIns="0" lIns="0" rIns="0" rtlCol="0" tIns="0" wrap="square"/>
          <a:p>
            <a:pPr indent="0" marL="0">
              <a:spcAft>
                <a:spcPts val="800"/>
              </a:spcAft>
              <a:buNone/>
            </a:pPr>
            <a:r>
              <a:rPr b="1" dirty="0" sz="1300" lang="en-US">
                <a:solidFill>
                  <a:srgbClr val="15803D"/>
                </a:solidFill>
              </a:rPr>
              <a:t>KEY CHALLENGES</a:t>
            </a:r>
            <a:endParaRPr dirty="0" sz="1300" lang="en-US"/>
          </a:p>
          <a:p>
            <a:pPr indent="-342900" marL="342900">
              <a:spcAft>
                <a:spcPts val="800"/>
              </a:spcAft>
              <a:buSzPct val="100000"/>
              <a:buChar char="•"/>
            </a:pPr>
            <a:r>
              <a:rPr dirty="0" sz="1700" lang="en-US">
                <a:solidFill>
                  <a:srgbClr val="0F172A"/>
                </a:solidFill>
              </a:rPr>
              <a:t>Making informed choices to clean, process and split the data</a:t>
            </a:r>
            <a:endParaRPr dirty="0" sz="1300" lang="en-US"/>
          </a:p>
          <a:p>
            <a:pPr indent="-342900" marL="342900">
              <a:spcAft>
                <a:spcPts val="800"/>
              </a:spcAft>
              <a:buSzPct val="100000"/>
              <a:buChar char="•"/>
            </a:pPr>
            <a:r>
              <a:rPr dirty="0" sz="1700" lang="en-US">
                <a:solidFill>
                  <a:srgbClr val="0F172A"/>
                </a:solidFill>
              </a:rPr>
              <a:t>Justifying algorithm choices and iterating to show useful accuracy</a:t>
            </a:r>
            <a:endParaRPr dirty="0" sz="1300" lang="en-US"/>
          </a:p>
          <a:p>
            <a:pPr indent="-342900" marL="342900">
              <a:spcAft>
                <a:spcPts val="800"/>
              </a:spcAft>
              <a:buSzPct val="100000"/>
              <a:buChar char="•"/>
            </a:pPr>
            <a:r>
              <a:rPr dirty="0" sz="1700" lang="en-US">
                <a:solidFill>
                  <a:srgbClr val="0F172A"/>
                </a:solidFill>
              </a:rPr>
              <a:t>Delivering error-free, readable and well-organised MATLAB code</a:t>
            </a:r>
            <a:endParaRPr dirty="0" sz="1300" lang="en-US"/>
          </a:p>
          <a:p>
            <a:pPr indent="-342900" marL="342900">
              <a:spcAft>
                <a:spcPts val="800"/>
              </a:spcAft>
              <a:buSzPct val="100000"/>
              <a:buChar char="•"/>
            </a:pPr>
            <a:r>
              <a:rPr dirty="0" sz="1700" lang="en-US">
                <a:solidFill>
                  <a:srgbClr val="0F172A"/>
                </a:solidFill>
              </a:rPr>
              <a:t>Presenting the results creatively in a 5-minute submission</a:t>
            </a:r>
            <a:endParaRPr dirty="0" sz="1300"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74" name=""/>
        <p:cNvGrpSpPr/>
        <p:nvPr/>
      </p:nvGrpSpPr>
      <p:grpSpPr>
        <a:xfrm>
          <a:off x="0" y="0"/>
          <a:ext cx="0" cy="0"/>
          <a:chOff x="0" y="0"/>
          <a:chExt cx="0" cy="0"/>
        </a:xfrm>
      </p:grpSpPr>
      <p:sp>
        <p:nvSpPr>
          <p:cNvPr id="1048692" name="Track chip"/>
          <p:cNvSpPr txBox="1"/>
          <p:nvPr/>
        </p:nvSpPr>
        <p:spPr>
          <a:xfrm>
            <a:off x="731520" y="914400"/>
            <a:ext cx="1554480" cy="411480"/>
          </a:xfrm>
          <a:prstGeom prst="rect"/>
          <a:solidFill>
            <a:srgbClr val="BE123C"/>
          </a:solidFill>
        </p:spPr>
        <p:txBody>
          <a:bodyPr anchor="ctr" rtlCol="0" wrap="square"/>
          <a:p>
            <a:pPr algn="ctr" indent="0" marL="0">
              <a:buNone/>
            </a:pPr>
            <a:r>
              <a:rPr b="1" dirty="0" sz="1800" lang="en-US">
                <a:solidFill>
                  <a:srgbClr val="FFFFFF"/>
                </a:solidFill>
              </a:rPr>
              <a:t>TRACK 04</a:t>
            </a:r>
            <a:endParaRPr dirty="0" sz="1800" lang="en-US"/>
          </a:p>
        </p:txBody>
      </p:sp>
      <p:sp>
        <p:nvSpPr>
          <p:cNvPr id="1048693" name="Text 0"/>
          <p:cNvSpPr/>
          <p:nvPr>
            <p:ph type="title" idx="100" hasCustomPrompt="1"/>
          </p:nvPr>
        </p:nvSpPr>
        <p:spPr>
          <a:xfrm>
            <a:off x="731520" y="1463040"/>
            <a:ext cx="10698480" cy="1097280"/>
          </a:xfrm>
          <a:prstGeom prst="rect"/>
          <a:noFill/>
        </p:spPr>
        <p:txBody>
          <a:bodyPr anchor="ctr" bIns="0" lIns="0" rIns="0" rtlCol="0" tIns="0" wrap="square"/>
          <a:p>
            <a:pPr algn="l" indent="0" marL="0">
              <a:buNone/>
            </a:pPr>
            <a:r>
              <a:rPr b="1" dirty="0" sz="4800" lang="en-US">
                <a:solidFill>
                  <a:schemeClr val="bg1"/>
                </a:solidFill>
              </a:rPr>
              <a:t>Health &amp; MedTech</a:t>
            </a:r>
            <a:endParaRPr dirty="0" sz="4800" lang="en-US"/>
          </a:p>
        </p:txBody>
      </p:sp>
      <p:sp>
        <p:nvSpPr>
          <p:cNvPr id="1048694" name="PS list"/>
          <p:cNvSpPr txBox="1"/>
          <p:nvPr/>
        </p:nvSpPr>
        <p:spPr>
          <a:xfrm>
            <a:off x="731520" y="3017520"/>
            <a:ext cx="10698480" cy="3108960"/>
          </a:xfrm>
          <a:prstGeom prst="rect"/>
          <a:noFill/>
        </p:spPr>
        <p:txBody>
          <a:bodyPr anchor="t" bIns="0" lIns="0" rIns="0" rtlCol="0" tIns="0" wrap="square"/>
          <a:p>
            <a:pPr indent="0" marL="0">
              <a:spcAft>
                <a:spcPts val="1000"/>
              </a:spcAft>
              <a:buNone/>
            </a:pPr>
            <a:r>
              <a:rPr b="1" dirty="0" sz="2000" lang="en-US">
                <a:solidFill>
                  <a:srgbClr val="FFFFFF"/>
                </a:solidFill>
              </a:rPr>
              <a:t>HM-01   </a:t>
            </a:r>
            <a:r>
              <a:rPr dirty="0" sz="2000" lang="en-US">
                <a:solidFill>
                  <a:srgbClr val="CBD5E1"/>
                </a:solidFill>
              </a:rPr>
              <a:t>ProvenanceLab — Reproducible Molecule Analysis with Evidence Checks</a:t>
            </a:r>
            <a:endParaRPr dirty="0" sz="2000" lang="en-US"/>
          </a:p>
          <a:p>
            <a:pPr indent="0" marL="0">
              <a:spcAft>
                <a:spcPts val="1000"/>
              </a:spcAft>
              <a:buNone/>
            </a:pPr>
            <a:r>
              <a:rPr b="1" dirty="0" sz="2000" lang="en-US">
                <a:solidFill>
                  <a:srgbClr val="FFFFFF"/>
                </a:solidFill>
              </a:rPr>
              <a:t>HM-02   </a:t>
            </a:r>
            <a:r>
              <a:rPr dirty="0" sz="2000" lang="en-US">
                <a:solidFill>
                  <a:srgbClr val="CBD5E1"/>
                </a:solidFill>
              </a:rPr>
              <a:t>Prescription Safety Checker for Indian Brand Medicines</a:t>
            </a:r>
            <a:endParaRPr dirty="0" sz="2000"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77" name=""/>
        <p:cNvGrpSpPr/>
        <p:nvPr/>
      </p:nvGrpSpPr>
      <p:grpSpPr>
        <a:xfrm>
          <a:off x="0" y="0"/>
          <a:ext cx="0" cy="0"/>
          <a:chOff x="0" y="0"/>
          <a:chExt cx="0" cy="0"/>
        </a:xfrm>
      </p:grpSpPr>
      <p:sp>
        <p:nvSpPr>
          <p:cNvPr id="1048698" name="ID chip"/>
          <p:cNvSpPr txBox="1"/>
          <p:nvPr/>
        </p:nvSpPr>
        <p:spPr>
          <a:xfrm>
            <a:off x="548640" y="384048"/>
            <a:ext cx="1097280" cy="365760"/>
          </a:xfrm>
          <a:prstGeom prst="rect"/>
          <a:solidFill>
            <a:srgbClr val="BE123C"/>
          </a:solidFill>
        </p:spPr>
        <p:txBody>
          <a:bodyPr anchor="ctr" rtlCol="0" wrap="square"/>
          <a:p>
            <a:pPr algn="ctr" indent="0" marL="0">
              <a:buNone/>
            </a:pPr>
            <a:r>
              <a:rPr b="1" dirty="0" sz="1600" lang="en-US">
                <a:solidFill>
                  <a:srgbClr val="FFFFFF"/>
                </a:solidFill>
              </a:rPr>
              <a:t>HM-01</a:t>
            </a:r>
            <a:endParaRPr dirty="0" sz="1600" lang="en-US"/>
          </a:p>
        </p:txBody>
      </p:sp>
      <p:sp>
        <p:nvSpPr>
          <p:cNvPr id="1048699" name="Track label"/>
          <p:cNvSpPr txBox="1"/>
          <p:nvPr/>
        </p:nvSpPr>
        <p:spPr>
          <a:xfrm>
            <a:off x="1783080" y="384048"/>
            <a:ext cx="7315200" cy="365760"/>
          </a:xfrm>
          <a:prstGeom prst="rect"/>
          <a:noFill/>
        </p:spPr>
        <p:txBody>
          <a:bodyPr anchor="ctr" bIns="0" lIns="0" rIns="0" rtlCol="0" tIns="0" wrap="square"/>
          <a:p>
            <a:pPr indent="0" marL="0">
              <a:buNone/>
            </a:pPr>
            <a:r>
              <a:rPr dirty="0" sz="1400" lang="en-US">
                <a:solidFill>
                  <a:srgbClr val="475569"/>
                </a:solidFill>
              </a:rPr>
              <a:t>Track 04 · Health &amp; MedTech</a:t>
            </a:r>
            <a:endParaRPr dirty="0" sz="1400" lang="en-US"/>
          </a:p>
        </p:txBody>
      </p:sp>
      <p:sp>
        <p:nvSpPr>
          <p:cNvPr id="1048700" name="Text 0"/>
          <p:cNvSpPr/>
          <p:nvPr>
            <p:ph type="title" idx="100" hasCustomPrompt="1"/>
          </p:nvPr>
        </p:nvSpPr>
        <p:spPr>
          <a:xfrm>
            <a:off x="548640" y="868680"/>
            <a:ext cx="11064240" cy="914400"/>
          </a:xfrm>
          <a:prstGeom prst="rect"/>
          <a:noFill/>
        </p:spPr>
        <p:txBody>
          <a:bodyPr anchor="t" bIns="0" lIns="0" rIns="0" rtlCol="0" tIns="0" wrap="square"/>
          <a:p>
            <a:pPr algn="l" indent="0" marL="0">
              <a:buNone/>
            </a:pPr>
            <a:r>
              <a:rPr b="1" dirty="0" sz="2800" lang="en-US">
                <a:solidFill>
                  <a:schemeClr val="tx1"/>
                </a:solidFill>
              </a:rPr>
              <a:t>ProvenanceLab — Reproducible Molecule Analysis with Evidence Checks</a:t>
            </a:r>
            <a:endParaRPr dirty="0" sz="2800" lang="en-US"/>
          </a:p>
        </p:txBody>
      </p:sp>
      <p:sp>
        <p:nvSpPr>
          <p:cNvPr id="1048701" name="Left content"/>
          <p:cNvSpPr txBox="1"/>
          <p:nvPr/>
        </p:nvSpPr>
        <p:spPr>
          <a:xfrm>
            <a:off x="548640" y="1965960"/>
            <a:ext cx="6949440" cy="4480560"/>
          </a:xfrm>
          <a:prstGeom prst="rect"/>
          <a:noFill/>
        </p:spPr>
        <p:txBody>
          <a:bodyPr anchor="t" bIns="0" lIns="0" rIns="0" rtlCol="0" tIns="0" wrap="square"/>
          <a:p>
            <a:pPr indent="0" marL="0">
              <a:spcAft>
                <a:spcPts val="400"/>
              </a:spcAft>
              <a:buNone/>
            </a:pPr>
            <a:r>
              <a:rPr b="1" dirty="0" sz="1300" lang="en-US">
                <a:solidFill>
                  <a:srgbClr val="BE123C"/>
                </a:solidFill>
              </a:rPr>
              <a:t>PROBLEM STATEMENT</a:t>
            </a:r>
            <a:endParaRPr dirty="0" sz="1300" lang="en-US"/>
          </a:p>
          <a:p>
            <a:pPr indent="0" marL="0">
              <a:spcAft>
                <a:spcPts val="1400"/>
              </a:spcAft>
              <a:buNone/>
            </a:pPr>
            <a:r>
              <a:rPr dirty="0" sz="1800" lang="en-US">
                <a:solidFill>
                  <a:srgbClr val="0F172A"/>
                </a:solidFill>
              </a:rPr>
              <a:t>How might we help biotechnology students analyse and compare molecules reproducibly while clearly identifying invalid inputs and missing evidence? Build a pipeline that validates molecular inputs precisely, computes and compares properties, never silently fills missing values, and can reproduce any previous run exactly.</a:t>
            </a:r>
            <a:endParaRPr dirty="0" sz="1300" lang="en-US"/>
          </a:p>
          <a:p>
            <a:pPr indent="0" marL="0">
              <a:spcAft>
                <a:spcPts val="400"/>
              </a:spcAft>
              <a:buNone/>
            </a:pPr>
            <a:r>
              <a:rPr b="1" dirty="0" sz="1300" lang="en-US">
                <a:solidFill>
                  <a:srgbClr val="BE123C"/>
                </a:solidFill>
              </a:rPr>
              <a:t>EXPLANATION</a:t>
            </a:r>
            <a:endParaRPr dirty="0" sz="1300" lang="en-US"/>
          </a:p>
          <a:p>
            <a:pPr indent="0" marL="0">
              <a:spcAft>
                <a:spcPts val="800"/>
              </a:spcAft>
              <a:buNone/>
            </a:pPr>
            <a:r>
              <a:rPr dirty="0" sz="1800" lang="en-US">
                <a:solidFill>
                  <a:srgbClr val="334155"/>
                </a:solidFill>
              </a:rPr>
              <a:t>SMILES copied from papers may be broken (impossible valence), ambiguous (missing stereochemistry) or different forms of the same molecule (salts, charged forms, tautomers). Toolkit and library versions can give different property values, and spreadsheets may fill gaps silently.</a:t>
            </a:r>
            <a:endParaRPr dirty="0" sz="1300" lang="en-US"/>
          </a:p>
          <a:p>
            <a:pPr indent="0" marL="0">
              <a:spcAft>
                <a:spcPts val="800"/>
              </a:spcAft>
              <a:buNone/>
            </a:pPr>
            <a:r>
              <a:rPr dirty="0" sz="1800" lang="en-US">
                <a:solidFill>
                  <a:srgbClr val="334155"/>
                </a:solidFill>
              </a:rPr>
              <a:t>Teams must download frozen PubChem and ChEMBL snapshots so analyses don't depend on live services, and build their own test set of broken and challenging inputs.</a:t>
            </a:r>
            <a:endParaRPr dirty="0" sz="1300" lang="en-US"/>
          </a:p>
        </p:txBody>
      </p:sp>
      <p:sp>
        <p:nvSpPr>
          <p:cNvPr id="1048702" name="Challenges card"/>
          <p:cNvSpPr/>
          <p:nvPr/>
        </p:nvSpPr>
        <p:spPr>
          <a:xfrm>
            <a:off x="7863840" y="1965960"/>
            <a:ext cx="3776472" cy="4480560"/>
          </a:xfrm>
          <a:prstGeom prst="roundRect">
            <a:avLst>
              <a:gd name="adj" fmla="val 2906"/>
            </a:avLst>
          </a:prstGeom>
          <a:solidFill>
            <a:schemeClr val="bg2"/>
          </a:solidFill>
          <a:ln w="12700">
            <a:solidFill>
              <a:schemeClr val="bg2"/>
            </a:solidFill>
            <a:prstDash val="solid"/>
          </a:ln>
        </p:spPr>
      </p:sp>
      <p:sp>
        <p:nvSpPr>
          <p:cNvPr id="1048703" name="Key challenges"/>
          <p:cNvSpPr txBox="1"/>
          <p:nvPr/>
        </p:nvSpPr>
        <p:spPr>
          <a:xfrm>
            <a:off x="8138160" y="2194560"/>
            <a:ext cx="3246120" cy="4023360"/>
          </a:xfrm>
          <a:prstGeom prst="rect"/>
          <a:noFill/>
        </p:spPr>
        <p:txBody>
          <a:bodyPr anchor="t" bIns="0" lIns="0" rIns="0" rtlCol="0" tIns="0" wrap="square"/>
          <a:p>
            <a:pPr indent="0" marL="0">
              <a:spcAft>
                <a:spcPts val="800"/>
              </a:spcAft>
              <a:buNone/>
            </a:pPr>
            <a:r>
              <a:rPr b="1" dirty="0" sz="1300" lang="en-US">
                <a:solidFill>
                  <a:srgbClr val="BE123C"/>
                </a:solidFill>
              </a:rPr>
              <a:t>KEY CHALLENGES</a:t>
            </a:r>
            <a:endParaRPr dirty="0" sz="1300" lang="en-US"/>
          </a:p>
          <a:p>
            <a:pPr indent="-342900" marL="342900">
              <a:spcAft>
                <a:spcPts val="800"/>
              </a:spcAft>
              <a:buSzPct val="100000"/>
              <a:buChar char="•"/>
            </a:pPr>
            <a:r>
              <a:rPr dirty="0" sz="1700" lang="en-US">
                <a:solidFill>
                  <a:srgbClr val="0F172A"/>
                </a:solidFill>
              </a:rPr>
              <a:t>Classifying invalid inputs precisely, not just “invalid”</a:t>
            </a:r>
            <a:endParaRPr dirty="0" sz="1300" lang="en-US"/>
          </a:p>
          <a:p>
            <a:pPr indent="-342900" marL="342900">
              <a:spcAft>
                <a:spcPts val="800"/>
              </a:spcAft>
              <a:buSzPct val="100000"/>
              <a:buChar char="•"/>
            </a:pPr>
            <a:r>
              <a:rPr dirty="0" sz="1700" lang="en-US">
                <a:solidFill>
                  <a:srgbClr val="0F172A"/>
                </a:solidFill>
              </a:rPr>
              <a:t>Determining when two inputs are the same molecule</a:t>
            </a:r>
            <a:endParaRPr dirty="0" sz="1300" lang="en-US"/>
          </a:p>
          <a:p>
            <a:pPr indent="-342900" marL="342900">
              <a:spcAft>
                <a:spcPts val="800"/>
              </a:spcAft>
              <a:buSzPct val="100000"/>
              <a:buChar char="•"/>
            </a:pPr>
            <a:r>
              <a:rPr dirty="0" sz="1700" lang="en-US">
                <a:solidFill>
                  <a:srgbClr val="0F172A"/>
                </a:solidFill>
              </a:rPr>
              <a:t>Producing identical results across reruns and machines</a:t>
            </a:r>
            <a:endParaRPr dirty="0" sz="1300" lang="en-US"/>
          </a:p>
          <a:p>
            <a:pPr indent="-342900" marL="342900">
              <a:spcAft>
                <a:spcPts val="800"/>
              </a:spcAft>
              <a:buSzPct val="100000"/>
              <a:buChar char="•"/>
            </a:pPr>
            <a:r>
              <a:rPr dirty="0" sz="1700" lang="en-US">
                <a:solidFill>
                  <a:srgbClr val="0F172A"/>
                </a:solidFill>
              </a:rPr>
              <a:t>Distinguishing “not computed”, “not available” and “not applicable”</a:t>
            </a:r>
            <a:endParaRPr dirty="0" sz="1300"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80" name=""/>
        <p:cNvGrpSpPr/>
        <p:nvPr/>
      </p:nvGrpSpPr>
      <p:grpSpPr>
        <a:xfrm>
          <a:off x="0" y="0"/>
          <a:ext cx="0" cy="0"/>
          <a:chOff x="0" y="0"/>
          <a:chExt cx="0" cy="0"/>
        </a:xfrm>
      </p:grpSpPr>
      <p:sp>
        <p:nvSpPr>
          <p:cNvPr id="1048707" name="ID chip"/>
          <p:cNvSpPr txBox="1"/>
          <p:nvPr/>
        </p:nvSpPr>
        <p:spPr>
          <a:xfrm>
            <a:off x="548640" y="384048"/>
            <a:ext cx="1097280" cy="365760"/>
          </a:xfrm>
          <a:prstGeom prst="rect"/>
          <a:solidFill>
            <a:srgbClr val="BE123C"/>
          </a:solidFill>
        </p:spPr>
        <p:txBody>
          <a:bodyPr anchor="ctr" rtlCol="0" wrap="square"/>
          <a:p>
            <a:pPr algn="ctr" indent="0" marL="0">
              <a:buNone/>
            </a:pPr>
            <a:r>
              <a:rPr b="1" dirty="0" sz="1600" lang="en-US">
                <a:solidFill>
                  <a:srgbClr val="FFFFFF"/>
                </a:solidFill>
              </a:rPr>
              <a:t>HM-02</a:t>
            </a:r>
            <a:endParaRPr dirty="0" sz="1600" lang="en-US"/>
          </a:p>
        </p:txBody>
      </p:sp>
      <p:sp>
        <p:nvSpPr>
          <p:cNvPr id="1048708" name="Track label"/>
          <p:cNvSpPr txBox="1"/>
          <p:nvPr/>
        </p:nvSpPr>
        <p:spPr>
          <a:xfrm>
            <a:off x="1783080" y="384048"/>
            <a:ext cx="7315200" cy="365760"/>
          </a:xfrm>
          <a:prstGeom prst="rect"/>
          <a:noFill/>
        </p:spPr>
        <p:txBody>
          <a:bodyPr anchor="ctr" bIns="0" lIns="0" rIns="0" rtlCol="0" tIns="0" wrap="square"/>
          <a:p>
            <a:pPr indent="0" marL="0">
              <a:buNone/>
            </a:pPr>
            <a:r>
              <a:rPr dirty="0" sz="1400" lang="en-US">
                <a:solidFill>
                  <a:srgbClr val="475569"/>
                </a:solidFill>
              </a:rPr>
              <a:t>Track 04 · Health &amp; MedTech</a:t>
            </a:r>
            <a:endParaRPr dirty="0" sz="1400" lang="en-US"/>
          </a:p>
        </p:txBody>
      </p:sp>
      <p:sp>
        <p:nvSpPr>
          <p:cNvPr id="1048709" name="Text 0"/>
          <p:cNvSpPr/>
          <p:nvPr>
            <p:ph type="title" idx="100" hasCustomPrompt="1"/>
          </p:nvPr>
        </p:nvSpPr>
        <p:spPr>
          <a:xfrm>
            <a:off x="548640" y="868680"/>
            <a:ext cx="11064240" cy="914400"/>
          </a:xfrm>
          <a:prstGeom prst="rect"/>
          <a:noFill/>
        </p:spPr>
        <p:txBody>
          <a:bodyPr anchor="t" bIns="0" lIns="0" rIns="0" rtlCol="0" tIns="0" wrap="square"/>
          <a:p>
            <a:pPr algn="l" indent="0" marL="0">
              <a:buNone/>
            </a:pPr>
            <a:r>
              <a:rPr b="1" dirty="0" sz="2800" lang="en-US">
                <a:solidFill>
                  <a:schemeClr val="tx1"/>
                </a:solidFill>
              </a:rPr>
              <a:t>Prescription Safety Checker for Indian Brand Medicines</a:t>
            </a:r>
            <a:endParaRPr dirty="0" sz="2800" lang="en-US"/>
          </a:p>
        </p:txBody>
      </p:sp>
      <p:sp>
        <p:nvSpPr>
          <p:cNvPr id="1048710" name="Left content"/>
          <p:cNvSpPr txBox="1"/>
          <p:nvPr/>
        </p:nvSpPr>
        <p:spPr>
          <a:xfrm>
            <a:off x="548640" y="1965960"/>
            <a:ext cx="6949440" cy="4480560"/>
          </a:xfrm>
          <a:prstGeom prst="rect"/>
          <a:noFill/>
        </p:spPr>
        <p:txBody>
          <a:bodyPr anchor="t" bIns="0" lIns="0" rIns="0" rtlCol="0" tIns="0" wrap="square"/>
          <a:p>
            <a:pPr indent="0" marL="0">
              <a:spcAft>
                <a:spcPts val="400"/>
              </a:spcAft>
              <a:buNone/>
            </a:pPr>
            <a:r>
              <a:rPr b="1" dirty="0" sz="1300" lang="en-US">
                <a:solidFill>
                  <a:srgbClr val="BE123C"/>
                </a:solidFill>
              </a:rPr>
              <a:t>PROBLEM STATEMENT</a:t>
            </a:r>
            <a:endParaRPr dirty="0" sz="1300" lang="en-US"/>
          </a:p>
          <a:p>
            <a:pPr indent="0" marL="0">
              <a:spcAft>
                <a:spcPts val="1400"/>
              </a:spcAft>
              <a:buNone/>
            </a:pPr>
            <a:r>
              <a:rPr dirty="0" sz="1800" lang="en-US">
                <a:solidFill>
                  <a:srgbClr val="0F172A"/>
                </a:solidFill>
              </a:rPr>
              <a:t>Indian prescriptions use brand names, combination products and abbreviations that can hide drug interactions and dosage errors. Build a checker that reads a typed prescription, identifies each brand's active ingredients and strengths, and flags interactions, duplicate ingredients and potentially excessive doses.</a:t>
            </a:r>
            <a:endParaRPr dirty="0" sz="1300" lang="en-US"/>
          </a:p>
          <a:p>
            <a:pPr indent="0" marL="0">
              <a:spcAft>
                <a:spcPts val="400"/>
              </a:spcAft>
              <a:buNone/>
            </a:pPr>
            <a:r>
              <a:rPr b="1" dirty="0" sz="1300" lang="en-US">
                <a:solidFill>
                  <a:srgbClr val="BE123C"/>
                </a:solidFill>
              </a:rPr>
              <a:t>EXPLANATION</a:t>
            </a:r>
            <a:endParaRPr dirty="0" sz="1300" lang="en-US"/>
          </a:p>
          <a:p>
            <a:pPr indent="0" marL="0">
              <a:spcAft>
                <a:spcPts val="800"/>
              </a:spcAft>
              <a:buNone/>
            </a:pPr>
            <a:r>
              <a:rPr dirty="0" sz="1800" lang="en-US">
                <a:solidFill>
                  <a:srgbClr val="334155"/>
                </a:solidFill>
              </a:rPr>
              <a:t>Different brands can share an ingredient, and combinations can hide duplication, such as two brands that both contain paracetamol. Frequencies use abbreviations like OD, BD, TDS and SOS. Safe doses depend on age, weight and kidney function.</a:t>
            </a:r>
            <a:endParaRPr dirty="0" sz="1300" lang="en-US"/>
          </a:p>
          <a:p>
            <a:pPr indent="0" marL="0">
              <a:spcAft>
                <a:spcPts val="800"/>
              </a:spcAft>
              <a:buNone/>
            </a:pPr>
            <a:r>
              <a:rPr dirty="0" sz="1800" lang="en-US">
                <a:solidFill>
                  <a:srgbClr val="334155"/>
                </a:solidFill>
              </a:rPr>
              <a:t>Too many minor alerts cause alert fatigue, so users ignore important warnings. Teams must build their test set with help from a pharmacist or pharmacy student.</a:t>
            </a:r>
            <a:endParaRPr dirty="0" sz="1300" lang="en-US"/>
          </a:p>
        </p:txBody>
      </p:sp>
      <p:sp>
        <p:nvSpPr>
          <p:cNvPr id="1048711" name="Challenges card"/>
          <p:cNvSpPr/>
          <p:nvPr/>
        </p:nvSpPr>
        <p:spPr>
          <a:xfrm>
            <a:off x="7863840" y="1965960"/>
            <a:ext cx="3776472" cy="4480560"/>
          </a:xfrm>
          <a:prstGeom prst="roundRect">
            <a:avLst>
              <a:gd name="adj" fmla="val 2906"/>
            </a:avLst>
          </a:prstGeom>
          <a:solidFill>
            <a:schemeClr val="bg2"/>
          </a:solidFill>
          <a:ln w="12700">
            <a:solidFill>
              <a:schemeClr val="bg2"/>
            </a:solidFill>
            <a:prstDash val="solid"/>
          </a:ln>
        </p:spPr>
      </p:sp>
      <p:sp>
        <p:nvSpPr>
          <p:cNvPr id="1048712" name="Key challenges"/>
          <p:cNvSpPr txBox="1"/>
          <p:nvPr/>
        </p:nvSpPr>
        <p:spPr>
          <a:xfrm>
            <a:off x="8138160" y="2194560"/>
            <a:ext cx="3246120" cy="4023360"/>
          </a:xfrm>
          <a:prstGeom prst="rect"/>
          <a:noFill/>
        </p:spPr>
        <p:txBody>
          <a:bodyPr anchor="t" bIns="0" lIns="0" rIns="0" rtlCol="0" tIns="0" wrap="square"/>
          <a:p>
            <a:pPr indent="0" marL="0">
              <a:spcAft>
                <a:spcPts val="800"/>
              </a:spcAft>
              <a:buNone/>
            </a:pPr>
            <a:r>
              <a:rPr b="1" dirty="0" sz="1300" lang="en-US">
                <a:solidFill>
                  <a:srgbClr val="BE123C"/>
                </a:solidFill>
              </a:rPr>
              <a:t>KEY CHALLENGES</a:t>
            </a:r>
            <a:endParaRPr dirty="0" sz="1300" lang="en-US"/>
          </a:p>
          <a:p>
            <a:pPr indent="-342900" marL="342900">
              <a:spcAft>
                <a:spcPts val="800"/>
              </a:spcAft>
              <a:buSzPct val="100000"/>
              <a:buChar char="•"/>
            </a:pPr>
            <a:r>
              <a:rPr dirty="0" sz="1700" lang="en-US">
                <a:solidFill>
                  <a:srgbClr val="0F172A"/>
                </a:solidFill>
              </a:rPr>
              <a:t>Resolving misspelled medicine brand names</a:t>
            </a:r>
            <a:endParaRPr dirty="0" sz="1300" lang="en-US"/>
          </a:p>
          <a:p>
            <a:pPr indent="-342900" marL="342900">
              <a:spcAft>
                <a:spcPts val="800"/>
              </a:spcAft>
              <a:buSzPct val="100000"/>
              <a:buChar char="•"/>
            </a:pPr>
            <a:r>
              <a:rPr dirty="0" sz="1700" lang="en-US">
                <a:solidFill>
                  <a:srgbClr val="0F172A"/>
                </a:solidFill>
              </a:rPr>
              <a:t>Identifying all ingredients in combination products</a:t>
            </a:r>
            <a:endParaRPr dirty="0" sz="1300" lang="en-US"/>
          </a:p>
          <a:p>
            <a:pPr indent="-342900" marL="342900">
              <a:spcAft>
                <a:spcPts val="800"/>
              </a:spcAft>
              <a:buSzPct val="100000"/>
              <a:buChar char="•"/>
            </a:pPr>
            <a:r>
              <a:rPr dirty="0" sz="1700" lang="en-US">
                <a:solidFill>
                  <a:srgbClr val="0F172A"/>
                </a:solidFill>
              </a:rPr>
              <a:t>Applying patient-specific dosage limits</a:t>
            </a:r>
            <a:endParaRPr dirty="0" sz="1300" lang="en-US"/>
          </a:p>
          <a:p>
            <a:pPr indent="-342900" marL="342900">
              <a:spcAft>
                <a:spcPts val="800"/>
              </a:spcAft>
              <a:buSzPct val="100000"/>
              <a:buChar char="•"/>
            </a:pPr>
            <a:r>
              <a:rPr dirty="0" sz="1700" lang="en-US">
                <a:solidFill>
                  <a:srgbClr val="0F172A"/>
                </a:solidFill>
              </a:rPr>
              <a:t>Reducing alert fatigue</a:t>
            </a:r>
            <a:endParaRPr dirty="0" sz="1300"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83" name=""/>
        <p:cNvGrpSpPr/>
        <p:nvPr/>
      </p:nvGrpSpPr>
      <p:grpSpPr>
        <a:xfrm>
          <a:off x="0" y="0"/>
          <a:ext cx="0" cy="0"/>
          <a:chOff x="0" y="0"/>
          <a:chExt cx="0" cy="0"/>
        </a:xfrm>
      </p:grpSpPr>
      <p:sp>
        <p:nvSpPr>
          <p:cNvPr id="1048716" name="Track chip"/>
          <p:cNvSpPr txBox="1"/>
          <p:nvPr/>
        </p:nvSpPr>
        <p:spPr>
          <a:xfrm>
            <a:off x="731520" y="914400"/>
            <a:ext cx="1554480" cy="411480"/>
          </a:xfrm>
          <a:prstGeom prst="rect"/>
          <a:solidFill>
            <a:srgbClr val="B45309"/>
          </a:solidFill>
        </p:spPr>
        <p:txBody>
          <a:bodyPr anchor="ctr" rtlCol="0" wrap="square"/>
          <a:p>
            <a:pPr algn="ctr" indent="0" marL="0">
              <a:buNone/>
            </a:pPr>
            <a:r>
              <a:rPr b="1" dirty="0" sz="1800" lang="en-US">
                <a:solidFill>
                  <a:srgbClr val="FFFFFF"/>
                </a:solidFill>
              </a:rPr>
              <a:t>TRACK 05</a:t>
            </a:r>
            <a:endParaRPr dirty="0" sz="1800" lang="en-US"/>
          </a:p>
        </p:txBody>
      </p:sp>
      <p:sp>
        <p:nvSpPr>
          <p:cNvPr id="1048717" name="Text 0"/>
          <p:cNvSpPr/>
          <p:nvPr>
            <p:ph type="title" idx="100" hasCustomPrompt="1"/>
          </p:nvPr>
        </p:nvSpPr>
        <p:spPr>
          <a:xfrm>
            <a:off x="731520" y="1463040"/>
            <a:ext cx="10698480" cy="1097280"/>
          </a:xfrm>
          <a:prstGeom prst="rect"/>
          <a:noFill/>
        </p:spPr>
        <p:txBody>
          <a:bodyPr anchor="ctr" bIns="0" lIns="0" rIns="0" rtlCol="0" tIns="0" wrap="square"/>
          <a:p>
            <a:pPr algn="l" indent="0" marL="0">
              <a:buNone/>
            </a:pPr>
            <a:r>
              <a:rPr b="1" dirty="0" sz="4800" lang="en-US">
                <a:solidFill>
                  <a:schemeClr val="bg1"/>
                </a:solidFill>
              </a:rPr>
              <a:t>Smart Cities</a:t>
            </a:r>
            <a:endParaRPr dirty="0" sz="4800" lang="en-US"/>
          </a:p>
        </p:txBody>
      </p:sp>
      <p:sp>
        <p:nvSpPr>
          <p:cNvPr id="1048718" name="PS list"/>
          <p:cNvSpPr txBox="1"/>
          <p:nvPr/>
        </p:nvSpPr>
        <p:spPr>
          <a:xfrm>
            <a:off x="731520" y="3017520"/>
            <a:ext cx="10698480" cy="3108960"/>
          </a:xfrm>
          <a:prstGeom prst="rect"/>
          <a:noFill/>
        </p:spPr>
        <p:txBody>
          <a:bodyPr anchor="t" bIns="0" lIns="0" rIns="0" rtlCol="0" tIns="0" wrap="square"/>
          <a:p>
            <a:pPr indent="0" marL="0">
              <a:spcAft>
                <a:spcPts val="1000"/>
              </a:spcAft>
              <a:buNone/>
            </a:pPr>
            <a:r>
              <a:rPr b="1" dirty="0" sz="2000" lang="en-US">
                <a:solidFill>
                  <a:srgbClr val="FFFFFF"/>
                </a:solidFill>
              </a:rPr>
              <a:t>SC-01   </a:t>
            </a:r>
            <a:r>
              <a:rPr dirty="0" sz="2000" lang="en-US">
                <a:solidFill>
                  <a:srgbClr val="CBD5E1"/>
                </a:solidFill>
              </a:rPr>
              <a:t>Multi-Camera Vehicle Re-Identification</a:t>
            </a:r>
            <a:endParaRPr dirty="0" sz="2000" lang="en-US"/>
          </a:p>
          <a:p>
            <a:pPr indent="0" marL="0">
              <a:spcAft>
                <a:spcPts val="1000"/>
              </a:spcAft>
              <a:buNone/>
            </a:pPr>
            <a:r>
              <a:rPr b="1" dirty="0" sz="2000" lang="en-US">
                <a:solidFill>
                  <a:srgbClr val="FFFFFF"/>
                </a:solidFill>
              </a:rPr>
              <a:t>SC-02   </a:t>
            </a:r>
            <a:r>
              <a:rPr dirty="0" sz="2000" lang="en-US">
                <a:solidFill>
                  <a:srgbClr val="CBD5E1"/>
                </a:solidFill>
              </a:rPr>
              <a:t>Accessible Walking Routes from Street Imagery</a:t>
            </a:r>
            <a:endParaRPr dirty="0" sz="2000"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86" name=""/>
        <p:cNvGrpSpPr/>
        <p:nvPr/>
      </p:nvGrpSpPr>
      <p:grpSpPr>
        <a:xfrm>
          <a:off x="0" y="0"/>
          <a:ext cx="0" cy="0"/>
          <a:chOff x="0" y="0"/>
          <a:chExt cx="0" cy="0"/>
        </a:xfrm>
      </p:grpSpPr>
      <p:sp>
        <p:nvSpPr>
          <p:cNvPr id="1048722" name="ID chip"/>
          <p:cNvSpPr txBox="1"/>
          <p:nvPr/>
        </p:nvSpPr>
        <p:spPr>
          <a:xfrm>
            <a:off x="548640" y="384048"/>
            <a:ext cx="1097280" cy="365760"/>
          </a:xfrm>
          <a:prstGeom prst="rect"/>
          <a:solidFill>
            <a:srgbClr val="B45309"/>
          </a:solidFill>
        </p:spPr>
        <p:txBody>
          <a:bodyPr anchor="ctr" rtlCol="0" wrap="square"/>
          <a:p>
            <a:pPr algn="ctr" indent="0" marL="0">
              <a:buNone/>
            </a:pPr>
            <a:r>
              <a:rPr b="1" dirty="0" sz="1600" lang="en-US">
                <a:solidFill>
                  <a:srgbClr val="FFFFFF"/>
                </a:solidFill>
              </a:rPr>
              <a:t>SC-01</a:t>
            </a:r>
            <a:endParaRPr dirty="0" sz="1600" lang="en-US"/>
          </a:p>
        </p:txBody>
      </p:sp>
      <p:sp>
        <p:nvSpPr>
          <p:cNvPr id="1048723" name="Track label"/>
          <p:cNvSpPr txBox="1"/>
          <p:nvPr/>
        </p:nvSpPr>
        <p:spPr>
          <a:xfrm>
            <a:off x="1783080" y="384048"/>
            <a:ext cx="7315200" cy="365760"/>
          </a:xfrm>
          <a:prstGeom prst="rect"/>
          <a:noFill/>
        </p:spPr>
        <p:txBody>
          <a:bodyPr anchor="ctr" bIns="0" lIns="0" rIns="0" rtlCol="0" tIns="0" wrap="square"/>
          <a:p>
            <a:pPr indent="0" marL="0">
              <a:buNone/>
            </a:pPr>
            <a:r>
              <a:rPr dirty="0" sz="1400" lang="en-US">
                <a:solidFill>
                  <a:srgbClr val="475569"/>
                </a:solidFill>
              </a:rPr>
              <a:t>Track 05 · Smart Cities</a:t>
            </a:r>
            <a:endParaRPr dirty="0" sz="1400" lang="en-US"/>
          </a:p>
        </p:txBody>
      </p:sp>
      <p:sp>
        <p:nvSpPr>
          <p:cNvPr id="1048724" name="Text 0"/>
          <p:cNvSpPr/>
          <p:nvPr>
            <p:ph type="title" idx="100" hasCustomPrompt="1"/>
          </p:nvPr>
        </p:nvSpPr>
        <p:spPr>
          <a:xfrm>
            <a:off x="548640" y="868680"/>
            <a:ext cx="11064240" cy="914400"/>
          </a:xfrm>
          <a:prstGeom prst="rect"/>
          <a:noFill/>
        </p:spPr>
        <p:txBody>
          <a:bodyPr anchor="t" bIns="0" lIns="0" rIns="0" rtlCol="0" tIns="0" wrap="square"/>
          <a:p>
            <a:pPr algn="l" indent="0" marL="0">
              <a:buNone/>
            </a:pPr>
            <a:r>
              <a:rPr b="1" dirty="0" sz="2800" lang="en-US">
                <a:solidFill>
                  <a:schemeClr val="tx1"/>
                </a:solidFill>
              </a:rPr>
              <a:t>Multi-Camera Vehicle Re-Identification</a:t>
            </a:r>
            <a:endParaRPr dirty="0" sz="2800" lang="en-US"/>
          </a:p>
        </p:txBody>
      </p:sp>
      <p:sp>
        <p:nvSpPr>
          <p:cNvPr id="1048725" name="Left content"/>
          <p:cNvSpPr txBox="1"/>
          <p:nvPr/>
        </p:nvSpPr>
        <p:spPr>
          <a:xfrm>
            <a:off x="548640" y="1965960"/>
            <a:ext cx="6949440" cy="4480560"/>
          </a:xfrm>
          <a:prstGeom prst="rect"/>
          <a:noFill/>
        </p:spPr>
        <p:txBody>
          <a:bodyPr anchor="t" bIns="0" lIns="0" rIns="0" rtlCol="0" tIns="0" wrap="square"/>
          <a:p>
            <a:pPr indent="0" marL="0">
              <a:spcAft>
                <a:spcPts val="400"/>
              </a:spcAft>
              <a:buNone/>
            </a:pPr>
            <a:r>
              <a:rPr b="1" dirty="0" sz="1300" lang="en-US">
                <a:solidFill>
                  <a:srgbClr val="B45309"/>
                </a:solidFill>
              </a:rPr>
              <a:t>PROBLEM STATEMENT</a:t>
            </a:r>
            <a:endParaRPr dirty="0" sz="1300" lang="en-US"/>
          </a:p>
          <a:p>
            <a:pPr indent="0" marL="0">
              <a:spcAft>
                <a:spcPts val="1400"/>
              </a:spcAft>
              <a:buNone/>
            </a:pPr>
            <a:r>
              <a:rPr dirty="0" sz="1800" lang="en-US">
                <a:solidFill>
                  <a:srgbClr val="0F172A"/>
                </a:solidFill>
              </a:rPr>
              <a:t>Cities plan roads and public transport using outdated surveys of where journeys begin and end. Using footage from multiple non-overlapping cameras, detect, track and re-identify vehicles across cameras to estimate traffic flows between them, without reading number plates.</a:t>
            </a:r>
            <a:endParaRPr dirty="0" sz="1300" lang="en-US"/>
          </a:p>
          <a:p>
            <a:pPr indent="0" marL="0">
              <a:spcAft>
                <a:spcPts val="400"/>
              </a:spcAft>
              <a:buNone/>
            </a:pPr>
            <a:r>
              <a:rPr b="1" dirty="0" sz="1300" lang="en-US">
                <a:solidFill>
                  <a:srgbClr val="B45309"/>
                </a:solidFill>
              </a:rPr>
              <a:t>EXPLANATION</a:t>
            </a:r>
            <a:endParaRPr dirty="0" sz="1300" lang="en-US"/>
          </a:p>
          <a:p>
            <a:pPr indent="0" marL="0">
              <a:spcAft>
                <a:spcPts val="800"/>
              </a:spcAft>
              <a:buNone/>
            </a:pPr>
            <a:r>
              <a:rPr dirty="0" sz="1800" lang="en-US">
                <a:solidFill>
                  <a:srgbClr val="334155"/>
                </a:solidFill>
              </a:rPr>
              <a:t>Number-plate recognition is prohibited, so vehicles must be matched by visual appearance. Indian traffic is dense and mixed (two-wheelers, autorickshaws, buses, cars), with heavy occlusion and many near-identical vehicles.</a:t>
            </a:r>
            <a:endParaRPr dirty="0" sz="1300" lang="en-US"/>
          </a:p>
          <a:p>
            <a:pPr indent="0" marL="0">
              <a:spcAft>
                <a:spcPts val="800"/>
              </a:spcAft>
              <a:buNone/>
            </a:pPr>
            <a:r>
              <a:rPr dirty="0" sz="1800" lang="en-US">
                <a:solidFill>
                  <a:srgbClr val="334155"/>
                </a:solidFill>
              </a:rPr>
              <a:t>Cameras differ in viewing angle and lighting. Travel time between cameras helps decide which matches are plausible.</a:t>
            </a:r>
            <a:endParaRPr dirty="0" sz="1300" lang="en-US"/>
          </a:p>
        </p:txBody>
      </p:sp>
      <p:sp>
        <p:nvSpPr>
          <p:cNvPr id="1048726" name="Challenges card"/>
          <p:cNvSpPr/>
          <p:nvPr/>
        </p:nvSpPr>
        <p:spPr>
          <a:xfrm>
            <a:off x="7863840" y="1965960"/>
            <a:ext cx="3776472" cy="4480560"/>
          </a:xfrm>
          <a:prstGeom prst="roundRect">
            <a:avLst>
              <a:gd name="adj" fmla="val 2906"/>
            </a:avLst>
          </a:prstGeom>
          <a:solidFill>
            <a:schemeClr val="bg2"/>
          </a:solidFill>
          <a:ln w="12700">
            <a:solidFill>
              <a:schemeClr val="bg2"/>
            </a:solidFill>
            <a:prstDash val="solid"/>
          </a:ln>
        </p:spPr>
      </p:sp>
      <p:sp>
        <p:nvSpPr>
          <p:cNvPr id="1048727" name="Key challenges"/>
          <p:cNvSpPr txBox="1"/>
          <p:nvPr/>
        </p:nvSpPr>
        <p:spPr>
          <a:xfrm>
            <a:off x="8138160" y="2194560"/>
            <a:ext cx="3246120" cy="4023360"/>
          </a:xfrm>
          <a:prstGeom prst="rect"/>
          <a:noFill/>
        </p:spPr>
        <p:txBody>
          <a:bodyPr anchor="t" bIns="0" lIns="0" rIns="0" rtlCol="0" tIns="0" wrap="square"/>
          <a:p>
            <a:pPr indent="0" marL="0">
              <a:spcAft>
                <a:spcPts val="800"/>
              </a:spcAft>
              <a:buNone/>
            </a:pPr>
            <a:r>
              <a:rPr b="1" dirty="0" sz="1300" lang="en-US">
                <a:solidFill>
                  <a:srgbClr val="B45309"/>
                </a:solidFill>
              </a:rPr>
              <a:t>KEY CHALLENGES</a:t>
            </a:r>
            <a:endParaRPr dirty="0" sz="1300" lang="en-US"/>
          </a:p>
          <a:p>
            <a:pPr indent="-342900" marL="342900">
              <a:spcAft>
                <a:spcPts val="800"/>
              </a:spcAft>
              <a:buSzPct val="100000"/>
              <a:buChar char="•"/>
            </a:pPr>
            <a:r>
              <a:rPr dirty="0" sz="1700" lang="en-US">
                <a:solidFill>
                  <a:srgbClr val="0F172A"/>
                </a:solidFill>
              </a:rPr>
              <a:t>Tracking vehicles in dense, mixed traffic</a:t>
            </a:r>
            <a:endParaRPr dirty="0" sz="1300" lang="en-US"/>
          </a:p>
          <a:p>
            <a:pPr indent="-342900" marL="342900">
              <a:spcAft>
                <a:spcPts val="800"/>
              </a:spcAft>
              <a:buSzPct val="100000"/>
              <a:buChar char="•"/>
            </a:pPr>
            <a:r>
              <a:rPr dirty="0" sz="1700" lang="en-US">
                <a:solidFill>
                  <a:srgbClr val="0F172A"/>
                </a:solidFill>
              </a:rPr>
              <a:t>Handling appearance changes between cameras</a:t>
            </a:r>
            <a:endParaRPr dirty="0" sz="1300" lang="en-US"/>
          </a:p>
          <a:p>
            <a:pPr indent="-342900" marL="342900">
              <a:spcAft>
                <a:spcPts val="800"/>
              </a:spcAft>
              <a:buSzPct val="100000"/>
              <a:buChar char="•"/>
            </a:pPr>
            <a:r>
              <a:rPr dirty="0" sz="1700" lang="en-US">
                <a:solidFill>
                  <a:srgbClr val="0F172A"/>
                </a:solidFill>
              </a:rPr>
              <a:t>Distinguishing nearly identical vehicles</a:t>
            </a:r>
            <a:endParaRPr dirty="0" sz="1300"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89" name=""/>
        <p:cNvGrpSpPr/>
        <p:nvPr/>
      </p:nvGrpSpPr>
      <p:grpSpPr>
        <a:xfrm>
          <a:off x="0" y="0"/>
          <a:ext cx="0" cy="0"/>
          <a:chOff x="0" y="0"/>
          <a:chExt cx="0" cy="0"/>
        </a:xfrm>
      </p:grpSpPr>
      <p:sp>
        <p:nvSpPr>
          <p:cNvPr id="1048731" name="ID chip"/>
          <p:cNvSpPr txBox="1"/>
          <p:nvPr/>
        </p:nvSpPr>
        <p:spPr>
          <a:xfrm>
            <a:off x="548640" y="384048"/>
            <a:ext cx="1097280" cy="365760"/>
          </a:xfrm>
          <a:prstGeom prst="rect"/>
          <a:solidFill>
            <a:srgbClr val="B45309"/>
          </a:solidFill>
        </p:spPr>
        <p:txBody>
          <a:bodyPr anchor="ctr" rtlCol="0" wrap="square"/>
          <a:p>
            <a:pPr algn="ctr" indent="0" marL="0">
              <a:buNone/>
            </a:pPr>
            <a:r>
              <a:rPr b="1" dirty="0" sz="1600" lang="en-US">
                <a:solidFill>
                  <a:srgbClr val="FFFFFF"/>
                </a:solidFill>
              </a:rPr>
              <a:t>SC-02</a:t>
            </a:r>
            <a:endParaRPr dirty="0" sz="1600" lang="en-US"/>
          </a:p>
        </p:txBody>
      </p:sp>
      <p:sp>
        <p:nvSpPr>
          <p:cNvPr id="1048732" name="Track label"/>
          <p:cNvSpPr txBox="1"/>
          <p:nvPr/>
        </p:nvSpPr>
        <p:spPr>
          <a:xfrm>
            <a:off x="1783080" y="384048"/>
            <a:ext cx="7315200" cy="365760"/>
          </a:xfrm>
          <a:prstGeom prst="rect"/>
          <a:noFill/>
        </p:spPr>
        <p:txBody>
          <a:bodyPr anchor="ctr" bIns="0" lIns="0" rIns="0" rtlCol="0" tIns="0" wrap="square"/>
          <a:p>
            <a:pPr indent="0" marL="0">
              <a:buNone/>
            </a:pPr>
            <a:r>
              <a:rPr dirty="0" sz="1400" lang="en-US">
                <a:solidFill>
                  <a:srgbClr val="475569"/>
                </a:solidFill>
              </a:rPr>
              <a:t>Track 05 · Smart Cities</a:t>
            </a:r>
            <a:endParaRPr dirty="0" sz="1400" lang="en-US"/>
          </a:p>
        </p:txBody>
      </p:sp>
      <p:sp>
        <p:nvSpPr>
          <p:cNvPr id="1048733" name="Text 0"/>
          <p:cNvSpPr/>
          <p:nvPr>
            <p:ph type="title" idx="100" hasCustomPrompt="1"/>
          </p:nvPr>
        </p:nvSpPr>
        <p:spPr>
          <a:xfrm>
            <a:off x="548640" y="868680"/>
            <a:ext cx="11064240" cy="914400"/>
          </a:xfrm>
          <a:prstGeom prst="rect"/>
          <a:noFill/>
        </p:spPr>
        <p:txBody>
          <a:bodyPr anchor="t" bIns="0" lIns="0" rIns="0" rtlCol="0" tIns="0" wrap="square"/>
          <a:p>
            <a:pPr algn="l" indent="0" marL="0">
              <a:buNone/>
            </a:pPr>
            <a:r>
              <a:rPr b="1" dirty="0" sz="2800" lang="en-US">
                <a:solidFill>
                  <a:schemeClr val="tx1"/>
                </a:solidFill>
              </a:rPr>
              <a:t>Accessible Walking Routes from Street Imagery</a:t>
            </a:r>
            <a:endParaRPr dirty="0" sz="2800" lang="en-US"/>
          </a:p>
        </p:txBody>
      </p:sp>
      <p:sp>
        <p:nvSpPr>
          <p:cNvPr id="1048734" name="Left content"/>
          <p:cNvSpPr txBox="1"/>
          <p:nvPr/>
        </p:nvSpPr>
        <p:spPr>
          <a:xfrm>
            <a:off x="548640" y="1965960"/>
            <a:ext cx="6949440" cy="4480560"/>
          </a:xfrm>
          <a:prstGeom prst="rect"/>
          <a:noFill/>
        </p:spPr>
        <p:txBody>
          <a:bodyPr anchor="t" bIns="0" lIns="0" rIns="0" rtlCol="0" tIns="0" wrap="square"/>
          <a:p>
            <a:pPr indent="0" marL="0">
              <a:spcAft>
                <a:spcPts val="400"/>
              </a:spcAft>
              <a:buNone/>
            </a:pPr>
            <a:r>
              <a:rPr b="1" dirty="0" sz="1300" lang="en-US">
                <a:solidFill>
                  <a:srgbClr val="B45309"/>
                </a:solidFill>
              </a:rPr>
              <a:t>PROBLEM STATEMENT</a:t>
            </a:r>
            <a:endParaRPr dirty="0" sz="1300" lang="en-US"/>
          </a:p>
          <a:p>
            <a:pPr indent="0" marL="0">
              <a:spcAft>
                <a:spcPts val="1400"/>
              </a:spcAft>
              <a:buNone/>
            </a:pPr>
            <a:r>
              <a:rPr dirty="0" sz="1800" lang="en-US">
                <a:solidFill>
                  <a:srgbClr val="0F172A"/>
                </a:solidFill>
              </a:rPr>
              <a:t>Navigation apps sometimes send wheelchair users onto footpaths with steps, broken surfaces and missing ramps. Build a system that detects accessibility barriers in street-level images, maps them to the correct footpath segments, and plans routes that avoid them.</a:t>
            </a:r>
            <a:endParaRPr dirty="0" sz="1300" lang="en-US"/>
          </a:p>
          <a:p>
            <a:pPr indent="0" marL="0">
              <a:spcAft>
                <a:spcPts val="400"/>
              </a:spcAft>
              <a:buNone/>
            </a:pPr>
            <a:r>
              <a:rPr b="1" dirty="0" sz="1300" lang="en-US">
                <a:solidFill>
                  <a:srgbClr val="B45309"/>
                </a:solidFill>
              </a:rPr>
              <a:t>EXPLANATION</a:t>
            </a:r>
            <a:endParaRPr dirty="0" sz="1300" lang="en-US"/>
          </a:p>
          <a:p>
            <a:pPr indent="0" marL="0">
              <a:spcAft>
                <a:spcPts val="800"/>
              </a:spcAft>
              <a:buNone/>
            </a:pPr>
            <a:r>
              <a:rPr dirty="0" sz="1800" lang="en-US">
                <a:solidFill>
                  <a:srgbClr val="334155"/>
                </a:solidFill>
              </a:rPr>
              <a:t>Barriers include missing kerb ramps, steps and stairs, broken or missing footpaths, poles obstructing movement, and parked vehicles blocking footpaths. Detections must be matched to the correct segment of the footpath network.</a:t>
            </a:r>
            <a:endParaRPr dirty="0" sz="1300" lang="en-US"/>
          </a:p>
          <a:p>
            <a:pPr indent="0" marL="0">
              <a:spcAft>
                <a:spcPts val="800"/>
              </a:spcAft>
              <a:buNone/>
            </a:pPr>
            <a:r>
              <a:rPr dirty="0" sz="1800" lang="en-US">
                <a:solidFill>
                  <a:srgbClr val="334155"/>
                </a:solidFill>
              </a:rPr>
              <a:t>Project Sidewalk provides labelled examples from other countries, but Indian streets differ, so teams must label their own local images as well.</a:t>
            </a:r>
            <a:endParaRPr dirty="0" sz="1300" lang="en-US"/>
          </a:p>
        </p:txBody>
      </p:sp>
      <p:sp>
        <p:nvSpPr>
          <p:cNvPr id="1048735" name="Challenges card"/>
          <p:cNvSpPr/>
          <p:nvPr/>
        </p:nvSpPr>
        <p:spPr>
          <a:xfrm>
            <a:off x="7863840" y="1965960"/>
            <a:ext cx="3776472" cy="4480560"/>
          </a:xfrm>
          <a:prstGeom prst="roundRect">
            <a:avLst>
              <a:gd name="adj" fmla="val 2906"/>
            </a:avLst>
          </a:prstGeom>
          <a:solidFill>
            <a:schemeClr val="bg2"/>
          </a:solidFill>
          <a:ln w="12700">
            <a:solidFill>
              <a:schemeClr val="bg2"/>
            </a:solidFill>
            <a:prstDash val="solid"/>
          </a:ln>
        </p:spPr>
      </p:sp>
      <p:sp>
        <p:nvSpPr>
          <p:cNvPr id="1048736" name="Key challenges"/>
          <p:cNvSpPr txBox="1"/>
          <p:nvPr/>
        </p:nvSpPr>
        <p:spPr>
          <a:xfrm>
            <a:off x="8138160" y="2194560"/>
            <a:ext cx="3246120" cy="4023360"/>
          </a:xfrm>
          <a:prstGeom prst="rect"/>
          <a:noFill/>
        </p:spPr>
        <p:txBody>
          <a:bodyPr anchor="t" bIns="0" lIns="0" rIns="0" rtlCol="0" tIns="0" wrap="square"/>
          <a:p>
            <a:pPr indent="0" marL="0">
              <a:spcAft>
                <a:spcPts val="800"/>
              </a:spcAft>
              <a:buNone/>
            </a:pPr>
            <a:r>
              <a:rPr b="1" dirty="0" sz="1300" lang="en-US">
                <a:solidFill>
                  <a:srgbClr val="B45309"/>
                </a:solidFill>
              </a:rPr>
              <a:t>KEY CHALLENGES</a:t>
            </a:r>
            <a:endParaRPr dirty="0" sz="1300" lang="en-US"/>
          </a:p>
          <a:p>
            <a:pPr indent="-342900" marL="342900">
              <a:spcAft>
                <a:spcPts val="800"/>
              </a:spcAft>
              <a:buSzPct val="100000"/>
              <a:buChar char="•"/>
            </a:pPr>
            <a:r>
              <a:rPr dirty="0" sz="1700" lang="en-US">
                <a:solidFill>
                  <a:srgbClr val="0F172A"/>
                </a:solidFill>
              </a:rPr>
              <a:t>Detecting small barriers in varied street images</a:t>
            </a:r>
            <a:endParaRPr dirty="0" sz="1300" lang="en-US"/>
          </a:p>
          <a:p>
            <a:pPr indent="-342900" marL="342900">
              <a:spcAft>
                <a:spcPts val="800"/>
              </a:spcAft>
              <a:buSzPct val="100000"/>
              <a:buChar char="•"/>
            </a:pPr>
            <a:r>
              <a:rPr dirty="0" sz="1700" lang="en-US">
                <a:solidFill>
                  <a:srgbClr val="0F172A"/>
                </a:solidFill>
              </a:rPr>
              <a:t>Matching detections to the correct map segments</a:t>
            </a:r>
            <a:endParaRPr dirty="0" sz="1300" lang="en-US"/>
          </a:p>
          <a:p>
            <a:pPr indent="-342900" marL="342900">
              <a:spcAft>
                <a:spcPts val="800"/>
              </a:spcAft>
              <a:buSzPct val="100000"/>
              <a:buChar char="•"/>
            </a:pPr>
            <a:r>
              <a:rPr dirty="0" sz="1700" lang="en-US">
                <a:solidFill>
                  <a:srgbClr val="0F172A"/>
                </a:solidFill>
              </a:rPr>
              <a:t>Planning routes on footpath networks with barrier-related costs</a:t>
            </a:r>
            <a:endParaRPr dirty="0" sz="1300"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92" name=""/>
        <p:cNvGrpSpPr/>
        <p:nvPr/>
      </p:nvGrpSpPr>
      <p:grpSpPr>
        <a:xfrm>
          <a:off x="0" y="0"/>
          <a:ext cx="0" cy="0"/>
          <a:chOff x="0" y="0"/>
          <a:chExt cx="0" cy="0"/>
        </a:xfrm>
      </p:grpSpPr>
      <p:sp>
        <p:nvSpPr>
          <p:cNvPr id="1048740" name="Track chip"/>
          <p:cNvSpPr txBox="1"/>
          <p:nvPr/>
        </p:nvSpPr>
        <p:spPr>
          <a:xfrm>
            <a:off x="731520" y="914400"/>
            <a:ext cx="1554480" cy="411480"/>
          </a:xfrm>
          <a:prstGeom prst="rect"/>
          <a:solidFill>
            <a:srgbClr val="0E7490"/>
          </a:solidFill>
        </p:spPr>
        <p:txBody>
          <a:bodyPr anchor="ctr" rtlCol="0" wrap="square"/>
          <a:p>
            <a:pPr algn="ctr" indent="0" marL="0">
              <a:buNone/>
            </a:pPr>
            <a:r>
              <a:rPr b="1" dirty="0" sz="1800" lang="en-US">
                <a:solidFill>
                  <a:srgbClr val="FFFFFF"/>
                </a:solidFill>
              </a:rPr>
              <a:t>TRACK 06</a:t>
            </a:r>
            <a:endParaRPr dirty="0" sz="1800" lang="en-US"/>
          </a:p>
        </p:txBody>
      </p:sp>
      <p:sp>
        <p:nvSpPr>
          <p:cNvPr id="1048741" name="Text 0"/>
          <p:cNvSpPr/>
          <p:nvPr>
            <p:ph type="title" idx="100" hasCustomPrompt="1"/>
          </p:nvPr>
        </p:nvSpPr>
        <p:spPr>
          <a:xfrm>
            <a:off x="731520" y="1463040"/>
            <a:ext cx="10698480" cy="1097280"/>
          </a:xfrm>
          <a:prstGeom prst="rect"/>
          <a:noFill/>
        </p:spPr>
        <p:txBody>
          <a:bodyPr anchor="ctr" bIns="0" lIns="0" rIns="0" rtlCol="0" tIns="0" wrap="square"/>
          <a:p>
            <a:pPr algn="l" indent="0" marL="0">
              <a:buNone/>
            </a:pPr>
            <a:r>
              <a:rPr b="1" dirty="0" sz="4800" lang="en-US">
                <a:solidFill>
                  <a:schemeClr val="bg1"/>
                </a:solidFill>
              </a:rPr>
              <a:t>Hardware</a:t>
            </a:r>
            <a:endParaRPr dirty="0" sz="4800" lang="en-US"/>
          </a:p>
        </p:txBody>
      </p:sp>
      <p:sp>
        <p:nvSpPr>
          <p:cNvPr id="1048742" name="PS list"/>
          <p:cNvSpPr txBox="1"/>
          <p:nvPr/>
        </p:nvSpPr>
        <p:spPr>
          <a:xfrm>
            <a:off x="731520" y="3017520"/>
            <a:ext cx="10698480" cy="3108960"/>
          </a:xfrm>
          <a:prstGeom prst="rect"/>
          <a:noFill/>
        </p:spPr>
        <p:txBody>
          <a:bodyPr anchor="t" bIns="0" lIns="0" rIns="0" rtlCol="0" tIns="0" wrap="square"/>
          <a:p>
            <a:pPr indent="0" marL="0">
              <a:spcAft>
                <a:spcPts val="1000"/>
              </a:spcAft>
              <a:buNone/>
            </a:pPr>
            <a:r>
              <a:rPr b="1" dirty="0" sz="2000" lang="en-US">
                <a:solidFill>
                  <a:srgbClr val="FFFFFF"/>
                </a:solidFill>
              </a:rPr>
              <a:t>HW-01   </a:t>
            </a:r>
            <a:r>
              <a:rPr dirty="0" sz="2000" lang="en-US">
                <a:solidFill>
                  <a:srgbClr val="CBD5E1"/>
                </a:solidFill>
              </a:rPr>
              <a:t>Open Innovation — Hardware</a:t>
            </a:r>
            <a:endParaRPr dirty="0" sz="2000"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95" name=""/>
        <p:cNvGrpSpPr/>
        <p:nvPr/>
      </p:nvGrpSpPr>
      <p:grpSpPr>
        <a:xfrm>
          <a:off x="0" y="0"/>
          <a:ext cx="0" cy="0"/>
          <a:chOff x="0" y="0"/>
          <a:chExt cx="0" cy="0"/>
        </a:xfrm>
      </p:grpSpPr>
      <p:sp>
        <p:nvSpPr>
          <p:cNvPr id="1048746" name="ID chip"/>
          <p:cNvSpPr txBox="1"/>
          <p:nvPr/>
        </p:nvSpPr>
        <p:spPr>
          <a:xfrm>
            <a:off x="548640" y="384048"/>
            <a:ext cx="1097280" cy="365760"/>
          </a:xfrm>
          <a:prstGeom prst="rect"/>
          <a:solidFill>
            <a:srgbClr val="0E7490"/>
          </a:solidFill>
        </p:spPr>
        <p:txBody>
          <a:bodyPr anchor="ctr" rtlCol="0" wrap="square"/>
          <a:p>
            <a:pPr algn="ctr" indent="0" marL="0">
              <a:buNone/>
            </a:pPr>
            <a:r>
              <a:rPr b="1" dirty="0" sz="1600" lang="en-US">
                <a:solidFill>
                  <a:srgbClr val="FFFFFF"/>
                </a:solidFill>
              </a:rPr>
              <a:t>HW-01</a:t>
            </a:r>
            <a:endParaRPr dirty="0" sz="1600" lang="en-US"/>
          </a:p>
        </p:txBody>
      </p:sp>
      <p:sp>
        <p:nvSpPr>
          <p:cNvPr id="1048747" name="Track label"/>
          <p:cNvSpPr txBox="1"/>
          <p:nvPr/>
        </p:nvSpPr>
        <p:spPr>
          <a:xfrm>
            <a:off x="1783080" y="384048"/>
            <a:ext cx="7315200" cy="365760"/>
          </a:xfrm>
          <a:prstGeom prst="rect"/>
          <a:noFill/>
        </p:spPr>
        <p:txBody>
          <a:bodyPr anchor="ctr" bIns="0" lIns="0" rIns="0" rtlCol="0" tIns="0" wrap="square"/>
          <a:p>
            <a:pPr indent="0" marL="0">
              <a:buNone/>
            </a:pPr>
            <a:r>
              <a:rPr dirty="0" sz="1400" lang="en-US">
                <a:solidFill>
                  <a:srgbClr val="475569"/>
                </a:solidFill>
              </a:rPr>
              <a:t>Track 06 · Hardware</a:t>
            </a:r>
            <a:endParaRPr dirty="0" sz="1400" lang="en-US"/>
          </a:p>
        </p:txBody>
      </p:sp>
      <p:sp>
        <p:nvSpPr>
          <p:cNvPr id="1048748" name="Text 0"/>
          <p:cNvSpPr/>
          <p:nvPr>
            <p:ph type="title" idx="100" hasCustomPrompt="1"/>
          </p:nvPr>
        </p:nvSpPr>
        <p:spPr>
          <a:xfrm>
            <a:off x="548640" y="868680"/>
            <a:ext cx="11064240" cy="914400"/>
          </a:xfrm>
          <a:prstGeom prst="rect"/>
          <a:noFill/>
        </p:spPr>
        <p:txBody>
          <a:bodyPr anchor="t" bIns="0" lIns="0" rIns="0" rtlCol="0" tIns="0" wrap="square"/>
          <a:p>
            <a:pPr algn="l" indent="0" marL="0">
              <a:buNone/>
            </a:pPr>
            <a:r>
              <a:rPr b="1" dirty="0" sz="2800" lang="en-US">
                <a:solidFill>
                  <a:schemeClr val="tx1"/>
                </a:solidFill>
              </a:rPr>
              <a:t>Open Innovation — Hardware</a:t>
            </a:r>
            <a:endParaRPr dirty="0" sz="2800" lang="en-US"/>
          </a:p>
        </p:txBody>
      </p:sp>
      <p:sp>
        <p:nvSpPr>
          <p:cNvPr id="1048749" name="Left content"/>
          <p:cNvSpPr txBox="1"/>
          <p:nvPr/>
        </p:nvSpPr>
        <p:spPr>
          <a:xfrm>
            <a:off x="548640" y="1965960"/>
            <a:ext cx="6949440" cy="4480560"/>
          </a:xfrm>
          <a:prstGeom prst="rect"/>
          <a:noFill/>
        </p:spPr>
        <p:txBody>
          <a:bodyPr anchor="t" bIns="0" lIns="0" rIns="0" rtlCol="0" tIns="0" wrap="square"/>
          <a:p>
            <a:pPr indent="0" marL="0">
              <a:spcAft>
                <a:spcPts val="400"/>
              </a:spcAft>
              <a:buNone/>
            </a:pPr>
            <a:r>
              <a:rPr b="1" dirty="0" sz="1300" lang="en-US">
                <a:solidFill>
                  <a:srgbClr val="0E7490"/>
                </a:solidFill>
              </a:rPr>
              <a:t>PROBLEM STATEMENT</a:t>
            </a:r>
            <a:endParaRPr dirty="0" sz="1300" lang="en-US"/>
          </a:p>
          <a:p>
            <a:pPr indent="0" marL="0">
              <a:spcAft>
                <a:spcPts val="1400"/>
              </a:spcAft>
              <a:buNone/>
            </a:pPr>
            <a:r>
              <a:rPr dirty="0" sz="1800" lang="en-US">
                <a:solidFill>
                  <a:srgbClr val="0F172A"/>
                </a:solidFill>
              </a:rPr>
              <a:t>Choose a real problem of your own and solve it with a working hardware prototype. There is no fixed problem statement: teams define the problem, the users and the solution themselves, but the solution must be built around hardware.</a:t>
            </a:r>
            <a:endParaRPr dirty="0" sz="1300" lang="en-US"/>
          </a:p>
          <a:p>
            <a:pPr indent="0" marL="0">
              <a:spcAft>
                <a:spcPts val="400"/>
              </a:spcAft>
              <a:buNone/>
            </a:pPr>
            <a:r>
              <a:rPr b="1" dirty="0" sz="1300" lang="en-US">
                <a:solidFill>
                  <a:srgbClr val="0E7490"/>
                </a:solidFill>
              </a:rPr>
              <a:t>EXPLANATION</a:t>
            </a:r>
            <a:endParaRPr dirty="0" sz="1300" lang="en-US"/>
          </a:p>
          <a:p>
            <a:pPr indent="0" marL="0">
              <a:spcAft>
                <a:spcPts val="800"/>
              </a:spcAft>
              <a:buNone/>
            </a:pPr>
            <a:r>
              <a:rPr dirty="0" sz="1800" lang="en-US">
                <a:solidFill>
                  <a:srgbClr val="334155"/>
                </a:solidFill>
              </a:rPr>
              <a:t>This is an open track for hardware only. Teams select their own sensors, microcontrollers, actuators and communication links, and build a physical prototype that can be demonstrated.</a:t>
            </a:r>
            <a:endParaRPr dirty="0" sz="1300" lang="en-US"/>
          </a:p>
          <a:p>
            <a:pPr indent="0" marL="0">
              <a:spcAft>
                <a:spcPts val="800"/>
              </a:spcAft>
              <a:buNone/>
            </a:pPr>
            <a:r>
              <a:rPr dirty="0" sz="1800" lang="en-US">
                <a:solidFill>
                  <a:srgbClr val="334155"/>
                </a:solidFill>
              </a:rPr>
              <a:t>Software-only solutions are not eligible; software should support the hardware, not replace it.</a:t>
            </a:r>
            <a:endParaRPr dirty="0" sz="1300" lang="en-US"/>
          </a:p>
        </p:txBody>
      </p:sp>
      <p:sp>
        <p:nvSpPr>
          <p:cNvPr id="1048750" name="Challenges card"/>
          <p:cNvSpPr/>
          <p:nvPr/>
        </p:nvSpPr>
        <p:spPr>
          <a:xfrm>
            <a:off x="7863840" y="1965960"/>
            <a:ext cx="3776472" cy="4480560"/>
          </a:xfrm>
          <a:prstGeom prst="roundRect">
            <a:avLst>
              <a:gd name="adj" fmla="val 2906"/>
            </a:avLst>
          </a:prstGeom>
          <a:solidFill>
            <a:schemeClr val="bg2"/>
          </a:solidFill>
          <a:ln w="12700">
            <a:solidFill>
              <a:schemeClr val="bg2"/>
            </a:solidFill>
            <a:prstDash val="solid"/>
          </a:ln>
        </p:spPr>
      </p:sp>
      <p:sp>
        <p:nvSpPr>
          <p:cNvPr id="1048751" name="Key challenges"/>
          <p:cNvSpPr txBox="1"/>
          <p:nvPr/>
        </p:nvSpPr>
        <p:spPr>
          <a:xfrm>
            <a:off x="8138160" y="2194560"/>
            <a:ext cx="3246120" cy="4023360"/>
          </a:xfrm>
          <a:prstGeom prst="rect"/>
          <a:noFill/>
        </p:spPr>
        <p:txBody>
          <a:bodyPr anchor="t" bIns="0" lIns="0" rIns="0" rtlCol="0" tIns="0" wrap="square"/>
          <a:p>
            <a:pPr indent="0" marL="0">
              <a:spcAft>
                <a:spcPts val="800"/>
              </a:spcAft>
              <a:buNone/>
            </a:pPr>
            <a:r>
              <a:rPr b="1" dirty="0" sz="1300" lang="en-US">
                <a:solidFill>
                  <a:srgbClr val="0E7490"/>
                </a:solidFill>
              </a:rPr>
              <a:t>KEY CHALLENGES</a:t>
            </a:r>
            <a:endParaRPr dirty="0" sz="1300" lang="en-US"/>
          </a:p>
          <a:p>
            <a:pPr indent="-342900" marL="342900">
              <a:spcAft>
                <a:spcPts val="800"/>
              </a:spcAft>
              <a:buSzPct val="100000"/>
              <a:buChar char="•"/>
            </a:pPr>
            <a:r>
              <a:rPr dirty="0" sz="1700" lang="en-US">
                <a:solidFill>
                  <a:srgbClr val="0F172A"/>
                </a:solidFill>
              </a:rPr>
              <a:t>Defining a real, well-scoped problem worth solving</a:t>
            </a:r>
            <a:endParaRPr dirty="0" sz="1300" lang="en-US"/>
          </a:p>
          <a:p>
            <a:pPr indent="-342900" marL="342900">
              <a:spcAft>
                <a:spcPts val="800"/>
              </a:spcAft>
              <a:buSzPct val="100000"/>
              <a:buChar char="•"/>
            </a:pPr>
            <a:r>
              <a:rPr dirty="0" sz="1700" lang="en-US">
                <a:solidFill>
                  <a:srgbClr val="0F172A"/>
                </a:solidFill>
              </a:rPr>
              <a:t>Building a working physical prototype</a:t>
            </a:r>
            <a:endParaRPr dirty="0" sz="1300" lang="en-US"/>
          </a:p>
          <a:p>
            <a:pPr indent="-342900" marL="342900">
              <a:spcAft>
                <a:spcPts val="800"/>
              </a:spcAft>
              <a:buSzPct val="100000"/>
              <a:buChar char="•"/>
            </a:pPr>
            <a:r>
              <a:rPr dirty="0" sz="1700" lang="en-US">
                <a:solidFill>
                  <a:srgbClr val="0F172A"/>
                </a:solidFill>
              </a:rPr>
              <a:t>Justifying hardware choices, including cost and power use</a:t>
            </a:r>
            <a:endParaRPr dirty="0" sz="1300" lang="en-US"/>
          </a:p>
          <a:p>
            <a:pPr indent="-342900" marL="342900">
              <a:spcAft>
                <a:spcPts val="800"/>
              </a:spcAft>
              <a:buSzPct val="100000"/>
              <a:buChar char="•"/>
            </a:pPr>
            <a:r>
              <a:rPr dirty="0" sz="1700" lang="en-US">
                <a:solidFill>
                  <a:srgbClr val="0F172A"/>
                </a:solidFill>
              </a:rPr>
              <a:t>Testing the prototype under realistic conditions</a:t>
            </a:r>
            <a:endParaRPr dirty="0" sz="1300" lang="en-US"/>
          </a:p>
        </p:txBody>
      </p:sp>
    </p:spTree>
  </p:cSld>
  <p:clrMapOvr>
    <a:masterClrMapping/>
  </p:clrMapOvr>
</p:sld>
</file>

<file path=ppt/theme/theme1.xml><?xml version="1.0" encoding="utf-8"?>
<a:theme xmlns:a="http://schemas.openxmlformats.org/drawingml/2006/main" name="ProblemStatements">
  <a:themeElements>
    <a:clrScheme name="ProblemStatements">
      <a:dk1>
        <a:srgbClr val="0F172A"/>
      </a:dk1>
      <a:lt1>
        <a:srgbClr val="FFFFFF"/>
      </a:lt1>
      <a:dk2>
        <a:srgbClr val="334155"/>
      </a:dk2>
      <a:lt2>
        <a:srgbClr val="F1F5F9"/>
      </a:lt2>
      <a:accent1>
        <a:srgbClr val="4F46E5"/>
      </a:accent1>
      <a:accent2>
        <a:srgbClr val="7C3AED"/>
      </a:accent2>
      <a:accent3>
        <a:srgbClr val="15803D"/>
      </a:accent3>
      <a:accent4>
        <a:srgbClr val="BE123C"/>
      </a:accent4>
      <a:accent5>
        <a:srgbClr val="B45309"/>
      </a:accent5>
      <a:accent6>
        <a:srgbClr val="0E7490"/>
      </a:accent6>
      <a:hlink>
        <a:srgbClr val="4F46E5"/>
      </a:hlink>
      <a:folHlink>
        <a:srgbClr val="7C3AED"/>
      </a:folHlink>
    </a:clrScheme>
    <a:fontScheme name="ProblemStatement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2.xml><?xml version="1.0" encoding="utf-8"?>
<a:theme xmlns:a="http://schemas.openxmlformats.org/drawingml/2006/main" name="ProblemStatements">
  <a:themeElements>
    <a:clrScheme name="ProblemStatements">
      <a:dk1>
        <a:srgbClr val="0F172A"/>
      </a:dk1>
      <a:lt1>
        <a:srgbClr val="FFFFFF"/>
      </a:lt1>
      <a:dk2>
        <a:srgbClr val="334155"/>
      </a:dk2>
      <a:lt2>
        <a:srgbClr val="F1F5F9"/>
      </a:lt2>
      <a:accent1>
        <a:srgbClr val="4F46E5"/>
      </a:accent1>
      <a:accent2>
        <a:srgbClr val="7C3AED"/>
      </a:accent2>
      <a:accent3>
        <a:srgbClr val="15803D"/>
      </a:accent3>
      <a:accent4>
        <a:srgbClr val="BE123C"/>
      </a:accent4>
      <a:accent5>
        <a:srgbClr val="B45309"/>
      </a:accent5>
      <a:accent6>
        <a:srgbClr val="0E7490"/>
      </a:accent6>
      <a:hlink>
        <a:srgbClr val="4F46E5"/>
      </a:hlink>
      <a:folHlink>
        <a:srgbClr val="7C3AED"/>
      </a:folHlink>
    </a:clrScheme>
    <a:fontScheme name="ProblemStatement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Application>Microsoft Office PowerPoint</Application>
  <ScaleCrop>0</ScaleCrop>
  <Company>PptxGenJS</Company>
  <LinksUpToDate>0</LinksUpToDate>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PptxGenJS Presentation</dc:title>
  <dc:creator>PptxGenJS</dc:creator>
  <cp:lastModifiedBy>PptxGenJS</cp:lastModifiedBy>
  <dcterms:created xsi:type="dcterms:W3CDTF">2026-10-23T10:09:19Z</dcterms:created>
  <dcterms:modified xsi:type="dcterms:W3CDTF">2026-10-23T21:10:15Z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d4364b31e2f44d2591a00afbcfb2e822_23</vt:lpwstr>
  </property>
</Properties>
</file>